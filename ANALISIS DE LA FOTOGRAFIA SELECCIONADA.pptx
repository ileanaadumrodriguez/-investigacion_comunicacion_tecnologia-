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6"/>
  </p:notesMasterIdLst>
  <p:handoutMasterIdLst>
    <p:handoutMasterId r:id="rId7"/>
  </p:handoutMasterIdLst>
  <p:sldIdLst>
    <p:sldId id="256" r:id="rId2"/>
    <p:sldId id="261" r:id="rId3"/>
    <p:sldId id="258" r:id="rId4"/>
    <p:sldId id="259" r:id="rId5"/>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218" autoAdjust="0"/>
  </p:normalViewPr>
  <p:slideViewPr>
    <p:cSldViewPr snapToGrid="0">
      <p:cViewPr varScale="1">
        <p:scale>
          <a:sx n="113" d="100"/>
          <a:sy n="113" d="100"/>
        </p:scale>
        <p:origin x="456" y="102"/>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64DE9638-19EB-4969-B550-2124A2DF97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a:extLst>
              <a:ext uri="{FF2B5EF4-FFF2-40B4-BE49-F238E27FC236}">
                <a16:creationId xmlns:a16="http://schemas.microsoft.com/office/drawing/2014/main" id="{9CC665E5-9B6E-4466-998B-1F10FF24590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044262E-E281-41AD-BC71-05FB3CB5F429}" type="datetime1">
              <a:rPr lang="es-ES" smtClean="0"/>
              <a:t>30/09/2025</a:t>
            </a:fld>
            <a:endParaRPr lang="es-ES" dirty="0"/>
          </a:p>
        </p:txBody>
      </p:sp>
      <p:sp>
        <p:nvSpPr>
          <p:cNvPr id="4" name="Marcador de pie de página 3">
            <a:extLst>
              <a:ext uri="{FF2B5EF4-FFF2-40B4-BE49-F238E27FC236}">
                <a16:creationId xmlns:a16="http://schemas.microsoft.com/office/drawing/2014/main" id="{599D6372-1E3C-498F-8A31-4F701A7634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D8814F52-B871-4CA7-B5DD-BC3D3A932E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A75836E-FFAE-4FD7-80E7-4866A8B69E8B}" type="slidenum">
              <a:rPr lang="es-ES" smtClean="0"/>
              <a:t>‹Nº›</a:t>
            </a:fld>
            <a:endParaRPr lang="es-ES" dirty="0"/>
          </a:p>
        </p:txBody>
      </p:sp>
    </p:spTree>
    <p:extLst>
      <p:ext uri="{BB962C8B-B14F-4D97-AF65-F5344CB8AC3E}">
        <p14:creationId xmlns:p14="http://schemas.microsoft.com/office/powerpoint/2010/main" val="3581777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5975D-A4FF-4B9A-A226-8B8546A761F3}" type="datetime1">
              <a:rPr lang="es-ES" smtClean="0"/>
              <a:pPr/>
              <a:t>30/09/2025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9B00029-D96C-475E-929F-D85E47EB192E}" type="slidenum">
              <a:rPr lang="es-ES" noProof="0" smtClean="0"/>
              <a:t>‹Nº›</a:t>
            </a:fld>
            <a:endParaRPr lang="es-ES" noProof="0" dirty="0"/>
          </a:p>
        </p:txBody>
      </p:sp>
    </p:spTree>
    <p:extLst>
      <p:ext uri="{BB962C8B-B14F-4D97-AF65-F5344CB8AC3E}">
        <p14:creationId xmlns:p14="http://schemas.microsoft.com/office/powerpoint/2010/main" val="1007901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C9B00029-D96C-475E-929F-D85E47EB192E}" type="slidenum">
              <a:rPr lang="es-ES" smtClean="0"/>
              <a:t>1</a:t>
            </a:fld>
            <a:endParaRPr lang="es-ES" dirty="0"/>
          </a:p>
        </p:txBody>
      </p:sp>
    </p:spTree>
    <p:extLst>
      <p:ext uri="{BB962C8B-B14F-4D97-AF65-F5344CB8AC3E}">
        <p14:creationId xmlns:p14="http://schemas.microsoft.com/office/powerpoint/2010/main" val="890621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C9B00029-D96C-475E-929F-D85E47EB192E}" type="slidenum">
              <a:rPr lang="es-ES" smtClean="0"/>
              <a:t>2</a:t>
            </a:fld>
            <a:endParaRPr lang="es-ES" dirty="0"/>
          </a:p>
        </p:txBody>
      </p:sp>
    </p:spTree>
    <p:extLst>
      <p:ext uri="{BB962C8B-B14F-4D97-AF65-F5344CB8AC3E}">
        <p14:creationId xmlns:p14="http://schemas.microsoft.com/office/powerpoint/2010/main" val="1168348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C9B00029-D96C-475E-929F-D85E47EB192E}" type="slidenum">
              <a:rPr lang="es-ES" smtClean="0"/>
              <a:t>3</a:t>
            </a:fld>
            <a:endParaRPr lang="es-ES" dirty="0"/>
          </a:p>
        </p:txBody>
      </p:sp>
    </p:spTree>
    <p:extLst>
      <p:ext uri="{BB962C8B-B14F-4D97-AF65-F5344CB8AC3E}">
        <p14:creationId xmlns:p14="http://schemas.microsoft.com/office/powerpoint/2010/main" val="301442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C9B00029-D96C-475E-929F-D85E47EB192E}" type="slidenum">
              <a:rPr lang="es-ES" smtClean="0"/>
              <a:t>4</a:t>
            </a:fld>
            <a:endParaRPr lang="es-ES" dirty="0"/>
          </a:p>
        </p:txBody>
      </p:sp>
    </p:spTree>
    <p:extLst>
      <p:ext uri="{BB962C8B-B14F-4D97-AF65-F5344CB8AC3E}">
        <p14:creationId xmlns:p14="http://schemas.microsoft.com/office/powerpoint/2010/main" val="11550613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CB0778C-C575-4296-B8DA-1A9B93D21D51}"/>
              </a:ext>
            </a:extLst>
          </p:cNvPr>
          <p:cNvSpPr/>
          <p:nvPr userDrawn="1"/>
        </p:nvSpPr>
        <p:spPr>
          <a:xfrm>
            <a:off x="3257271" y="1395663"/>
            <a:ext cx="5677458" cy="4070115"/>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8" name="Rectángulo 7">
            <a:extLst>
              <a:ext uri="{FF2B5EF4-FFF2-40B4-BE49-F238E27FC236}">
                <a16:creationId xmlns:a16="http://schemas.microsoft.com/office/drawing/2014/main" id="{DAEAF88D-76E4-441B-B4E3-8D387DB5D318}"/>
              </a:ext>
            </a:extLst>
          </p:cNvPr>
          <p:cNvSpPr/>
          <p:nvPr userDrawn="1"/>
        </p:nvSpPr>
        <p:spPr>
          <a:xfrm>
            <a:off x="3651599" y="1772530"/>
            <a:ext cx="4888800" cy="2782800"/>
          </a:xfrm>
          <a:prstGeom prst="rect">
            <a:avLst/>
          </a:prstGeom>
          <a:solidFill>
            <a:schemeClr val="bg1"/>
          </a:solidFill>
          <a:ln w="349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3" name="Marcador de texto 12">
            <a:extLst>
              <a:ext uri="{FF2B5EF4-FFF2-40B4-BE49-F238E27FC236}">
                <a16:creationId xmlns:a16="http://schemas.microsoft.com/office/drawing/2014/main" id="{95E1A256-9F57-4003-A13D-1DBC4DAEDC6E}"/>
              </a:ext>
            </a:extLst>
          </p:cNvPr>
          <p:cNvSpPr>
            <a:spLocks noGrp="1"/>
          </p:cNvSpPr>
          <p:nvPr>
            <p:ph type="body" sz="quarter" idx="13" hasCustomPrompt="1"/>
          </p:nvPr>
        </p:nvSpPr>
        <p:spPr>
          <a:xfrm>
            <a:off x="3651250" y="4568606"/>
            <a:ext cx="4889500" cy="538162"/>
          </a:xfrm>
          <a:solidFill>
            <a:schemeClr val="tx2"/>
          </a:solidFill>
          <a:ln w="34925">
            <a:solidFill>
              <a:schemeClr val="tx2"/>
            </a:solidFill>
          </a:ln>
        </p:spPr>
        <p:txBody>
          <a:bodyPr rtlCol="0" anchor="ctr" anchorCtr="0">
            <a:noAutofit/>
          </a:bodyPr>
          <a:lstStyle>
            <a:lvl1pPr marL="0" indent="0" algn="ctr">
              <a:buNone/>
              <a:defRPr sz="2300" b="0" i="0">
                <a:solidFill>
                  <a:schemeClr val="bg1"/>
                </a:solidFill>
                <a:latin typeface="+mn-lt"/>
              </a:defRPr>
            </a:lvl1pPr>
            <a:lvl2pPr marL="457200" indent="0" algn="ctr">
              <a:buNone/>
              <a:defRPr sz="2200">
                <a:solidFill>
                  <a:schemeClr val="bg1"/>
                </a:solidFill>
              </a:defRPr>
            </a:lvl2pPr>
            <a:lvl3pPr marL="914400" indent="0" algn="ctr">
              <a:buNone/>
              <a:defRPr sz="2200">
                <a:solidFill>
                  <a:schemeClr val="bg1"/>
                </a:solidFill>
              </a:defRPr>
            </a:lvl3pPr>
            <a:lvl4pPr marL="1371600" indent="0" algn="ctr">
              <a:buNone/>
              <a:defRPr sz="2200">
                <a:solidFill>
                  <a:schemeClr val="bg1"/>
                </a:solidFill>
              </a:defRPr>
            </a:lvl4pPr>
            <a:lvl5pPr marL="1828800" indent="0" algn="ctr">
              <a:buNone/>
              <a:defRPr sz="2200">
                <a:solidFill>
                  <a:schemeClr val="bg1"/>
                </a:solidFill>
              </a:defRPr>
            </a:lvl5pPr>
          </a:lstStyle>
          <a:p>
            <a:pPr lvl="0" rtl="0"/>
            <a:r>
              <a:rPr lang="es-ES" noProof="0" dirty="0"/>
              <a:t>20XX-20XX</a:t>
            </a:r>
          </a:p>
        </p:txBody>
      </p:sp>
      <p:sp>
        <p:nvSpPr>
          <p:cNvPr id="2" name="Título 1">
            <a:extLst>
              <a:ext uri="{FF2B5EF4-FFF2-40B4-BE49-F238E27FC236}">
                <a16:creationId xmlns:a16="http://schemas.microsoft.com/office/drawing/2014/main" id="{182D6A7D-80AB-4246-A1CE-B9A99160DFFD}"/>
              </a:ext>
            </a:extLst>
          </p:cNvPr>
          <p:cNvSpPr>
            <a:spLocks noGrp="1"/>
          </p:cNvSpPr>
          <p:nvPr>
            <p:ph type="ctrTitle" hasCustomPrompt="1"/>
          </p:nvPr>
        </p:nvSpPr>
        <p:spPr>
          <a:xfrm>
            <a:off x="1524000" y="2163616"/>
            <a:ext cx="9144000" cy="1637836"/>
          </a:xfrm>
        </p:spPr>
        <p:txBody>
          <a:bodyPr rtlCol="0" anchor="b">
            <a:normAutofit/>
          </a:bodyPr>
          <a:lstStyle>
            <a:lvl1pPr algn="ctr">
              <a:lnSpc>
                <a:spcPct val="80000"/>
              </a:lnSpc>
              <a:defRPr sz="5800" b="0" i="0">
                <a:solidFill>
                  <a:schemeClr val="tx2"/>
                </a:solidFill>
                <a:latin typeface="+mj-lt"/>
              </a:defRPr>
            </a:lvl1pPr>
          </a:lstStyle>
          <a:p>
            <a:pPr rtl="0"/>
            <a:r>
              <a:rPr lang="es-ES" noProof="0" dirty="0"/>
              <a:t>Recuerdo</a:t>
            </a:r>
            <a:br>
              <a:rPr lang="es-ES" noProof="0" dirty="0"/>
            </a:br>
            <a:r>
              <a:rPr lang="es-ES" noProof="0" dirty="0"/>
              <a:t>Álbum</a:t>
            </a:r>
          </a:p>
        </p:txBody>
      </p:sp>
      <p:cxnSp>
        <p:nvCxnSpPr>
          <p:cNvPr id="17" name="Conector recto 16">
            <a:extLst>
              <a:ext uri="{FF2B5EF4-FFF2-40B4-BE49-F238E27FC236}">
                <a16:creationId xmlns:a16="http://schemas.microsoft.com/office/drawing/2014/main" id="{1CC580E1-A673-4F1D-BD60-2A8695DF7C62}"/>
              </a:ext>
            </a:extLst>
          </p:cNvPr>
          <p:cNvCxnSpPr/>
          <p:nvPr userDrawn="1"/>
        </p:nvCxnSpPr>
        <p:spPr>
          <a:xfrm>
            <a:off x="4906122" y="3789834"/>
            <a:ext cx="2340000" cy="0"/>
          </a:xfrm>
          <a:prstGeom prst="line">
            <a:avLst/>
          </a:prstGeom>
          <a:ln w="3556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614A91F8-DD38-4777-897B-9AA04293C0BD}"/>
              </a:ext>
            </a:extLst>
          </p:cNvPr>
          <p:cNvSpPr>
            <a:spLocks noGrp="1"/>
          </p:cNvSpPr>
          <p:nvPr>
            <p:ph type="subTitle" idx="1" hasCustomPrompt="1"/>
          </p:nvPr>
        </p:nvSpPr>
        <p:spPr>
          <a:xfrm>
            <a:off x="1524000" y="3896746"/>
            <a:ext cx="9144000" cy="537174"/>
          </a:xfrm>
        </p:spPr>
        <p:txBody>
          <a:bodyPr rtlCol="0">
            <a:noAutofit/>
          </a:bodyPr>
          <a:lstStyle>
            <a:lvl1pPr marL="0" indent="0" algn="ctr">
              <a:buNone/>
              <a:defRPr sz="2500" b="0" i="0">
                <a:solidFill>
                  <a:schemeClr val="bg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dirty="0" err="1"/>
              <a:t>Lorem</a:t>
            </a:r>
            <a:r>
              <a:rPr lang="es-ES" noProof="0" dirty="0"/>
              <a:t> </a:t>
            </a:r>
            <a:r>
              <a:rPr lang="es-ES" noProof="0" dirty="0" err="1"/>
              <a:t>Ipsum</a:t>
            </a:r>
            <a:r>
              <a:rPr lang="es-ES" noProof="0" dirty="0"/>
              <a:t> Dolor</a:t>
            </a:r>
          </a:p>
        </p:txBody>
      </p:sp>
    </p:spTree>
    <p:extLst>
      <p:ext uri="{BB962C8B-B14F-4D97-AF65-F5344CB8AC3E}">
        <p14:creationId xmlns:p14="http://schemas.microsoft.com/office/powerpoint/2010/main" val="353048270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os imáge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915E78-E709-4162-A259-764230600F89}"/>
              </a:ext>
            </a:extLst>
          </p:cNvPr>
          <p:cNvSpPr>
            <a:spLocks noGrp="1"/>
          </p:cNvSpPr>
          <p:nvPr>
            <p:ph type="title" hasCustomPrompt="1"/>
          </p:nvPr>
        </p:nvSpPr>
        <p:spPr>
          <a:xfrm>
            <a:off x="0" y="6210000"/>
            <a:ext cx="12190920" cy="648000"/>
          </a:xfrm>
          <a:solidFill>
            <a:schemeClr val="tx2">
              <a:alpha val="75000"/>
            </a:schemeClr>
          </a:solidFill>
          <a:ln>
            <a:noFill/>
          </a:ln>
        </p:spPr>
        <p:txBody>
          <a:bodyPr lIns="792000" tIns="72000" rtlCol="0">
            <a:noAutofit/>
          </a:bodyPr>
          <a:lstStyle>
            <a:lvl1pPr algn="l">
              <a:defRPr sz="2800" b="0" i="0">
                <a:solidFill>
                  <a:schemeClr val="bg1"/>
                </a:solidFill>
                <a:latin typeface="+mj-lt"/>
              </a:defRPr>
            </a:lvl1pPr>
          </a:lstStyle>
          <a:p>
            <a:pPr rtl="0"/>
            <a:r>
              <a:rPr lang="es-ES" noProof="0" dirty="0"/>
              <a:t>Título de diapositiva</a:t>
            </a:r>
          </a:p>
        </p:txBody>
      </p:sp>
      <p:sp>
        <p:nvSpPr>
          <p:cNvPr id="13" name="Rectángulo 12">
            <a:extLst>
              <a:ext uri="{FF2B5EF4-FFF2-40B4-BE49-F238E27FC236}">
                <a16:creationId xmlns:a16="http://schemas.microsoft.com/office/drawing/2014/main" id="{4ACD3F9E-5CF7-4E68-A690-66BC0F61C1B1}"/>
              </a:ext>
            </a:extLst>
          </p:cNvPr>
          <p:cNvSpPr/>
          <p:nvPr userDrawn="1"/>
        </p:nvSpPr>
        <p:spPr>
          <a:xfrm rot="660000">
            <a:off x="6755540" y="651567"/>
            <a:ext cx="3985200" cy="4860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3" name="Rectángulo 2">
            <a:extLst>
              <a:ext uri="{FF2B5EF4-FFF2-40B4-BE49-F238E27FC236}">
                <a16:creationId xmlns:a16="http://schemas.microsoft.com/office/drawing/2014/main" id="{0BD7BDBE-A627-49F0-A55C-D425B6DE3473}"/>
              </a:ext>
            </a:extLst>
          </p:cNvPr>
          <p:cNvSpPr/>
          <p:nvPr userDrawn="1"/>
        </p:nvSpPr>
        <p:spPr>
          <a:xfrm rot="21180000">
            <a:off x="1548335" y="751769"/>
            <a:ext cx="3985200" cy="4860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20" name="Marcador de posición de imagen 18">
            <a:extLst>
              <a:ext uri="{FF2B5EF4-FFF2-40B4-BE49-F238E27FC236}">
                <a16:creationId xmlns:a16="http://schemas.microsoft.com/office/drawing/2014/main" id="{63642CF5-FCAF-4349-8FFD-700ED6D2BFA1}"/>
              </a:ext>
            </a:extLst>
          </p:cNvPr>
          <p:cNvSpPr>
            <a:spLocks noGrp="1"/>
          </p:cNvSpPr>
          <p:nvPr>
            <p:ph type="pic" sz="quarter" idx="16"/>
          </p:nvPr>
        </p:nvSpPr>
        <p:spPr>
          <a:xfrm rot="660000">
            <a:off x="6935540" y="831567"/>
            <a:ext cx="3625200" cy="4500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19" name="Marcador de posición de imagen 18">
            <a:extLst>
              <a:ext uri="{FF2B5EF4-FFF2-40B4-BE49-F238E27FC236}">
                <a16:creationId xmlns:a16="http://schemas.microsoft.com/office/drawing/2014/main" id="{B0C5B13D-443C-439A-8167-E31CDA6A1ACC}"/>
              </a:ext>
            </a:extLst>
          </p:cNvPr>
          <p:cNvSpPr>
            <a:spLocks noGrp="1"/>
          </p:cNvSpPr>
          <p:nvPr>
            <p:ph type="pic" sz="quarter" idx="15"/>
          </p:nvPr>
        </p:nvSpPr>
        <p:spPr>
          <a:xfrm rot="21180000">
            <a:off x="1728335" y="931769"/>
            <a:ext cx="3625200" cy="4500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10" name="Marcador de texto 9">
            <a:extLst>
              <a:ext uri="{FF2B5EF4-FFF2-40B4-BE49-F238E27FC236}">
                <a16:creationId xmlns:a16="http://schemas.microsoft.com/office/drawing/2014/main" id="{5332796A-6D43-4E9A-961E-B6599E67C2FD}"/>
              </a:ext>
            </a:extLst>
          </p:cNvPr>
          <p:cNvSpPr>
            <a:spLocks noGrp="1"/>
          </p:cNvSpPr>
          <p:nvPr>
            <p:ph type="body" sz="quarter" idx="13" hasCustomPrompt="1"/>
          </p:nvPr>
        </p:nvSpPr>
        <p:spPr>
          <a:xfrm rot="21180000">
            <a:off x="1984372" y="4991997"/>
            <a:ext cx="3625200" cy="434896"/>
          </a:xfrm>
          <a:solidFill>
            <a:schemeClr val="tx2"/>
          </a:solidFill>
          <a:ln>
            <a:solidFill>
              <a:schemeClr val="tx2"/>
            </a:solidFill>
          </a:ln>
        </p:spPr>
        <p:txBody>
          <a:bodyPr tIns="468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r>
              <a:rPr lang="es-ES" noProof="0" dirty="0"/>
              <a:t> Dolor</a:t>
            </a:r>
          </a:p>
        </p:txBody>
      </p:sp>
      <p:sp>
        <p:nvSpPr>
          <p:cNvPr id="11" name="Marcador de texto 9">
            <a:extLst>
              <a:ext uri="{FF2B5EF4-FFF2-40B4-BE49-F238E27FC236}">
                <a16:creationId xmlns:a16="http://schemas.microsoft.com/office/drawing/2014/main" id="{9AA3FC1D-B8D3-4097-AF60-209280381644}"/>
              </a:ext>
            </a:extLst>
          </p:cNvPr>
          <p:cNvSpPr>
            <a:spLocks noGrp="1"/>
          </p:cNvSpPr>
          <p:nvPr>
            <p:ph type="body" sz="quarter" idx="14" hasCustomPrompt="1"/>
          </p:nvPr>
        </p:nvSpPr>
        <p:spPr>
          <a:xfrm rot="660000">
            <a:off x="6547620" y="4868160"/>
            <a:ext cx="3625200" cy="433951"/>
          </a:xfrm>
          <a:solidFill>
            <a:schemeClr val="tx2"/>
          </a:solidFill>
          <a:ln>
            <a:solidFill>
              <a:schemeClr val="tx2"/>
            </a:solidFill>
          </a:ln>
        </p:spPr>
        <p:txBody>
          <a:bodyPr tIns="468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a:t>Dolor </a:t>
            </a:r>
            <a:r>
              <a:rPr lang="es-ES" noProof="0" dirty="0" err="1"/>
              <a:t>Sit</a:t>
            </a:r>
            <a:r>
              <a:rPr lang="es-ES" noProof="0" dirty="0"/>
              <a:t> </a:t>
            </a:r>
            <a:r>
              <a:rPr lang="es-ES" noProof="0" dirty="0" err="1"/>
              <a:t>Amet</a:t>
            </a:r>
            <a:endParaRPr lang="es-ES" noProof="0" dirty="0"/>
          </a:p>
        </p:txBody>
      </p:sp>
      <p:sp>
        <p:nvSpPr>
          <p:cNvPr id="12" name="Marcador de fecha 11">
            <a:extLst>
              <a:ext uri="{FF2B5EF4-FFF2-40B4-BE49-F238E27FC236}">
                <a16:creationId xmlns:a16="http://schemas.microsoft.com/office/drawing/2014/main" id="{990E33C2-B50F-48A1-9BFB-38F5FCCB2F0B}"/>
              </a:ext>
            </a:extLst>
          </p:cNvPr>
          <p:cNvSpPr>
            <a:spLocks noGrp="1"/>
          </p:cNvSpPr>
          <p:nvPr>
            <p:ph type="dt" sz="half" idx="17"/>
          </p:nvPr>
        </p:nvSpPr>
        <p:spPr/>
        <p:txBody>
          <a:bodyPr rtlCol="0"/>
          <a:lstStyle/>
          <a:p>
            <a:pPr rtl="0"/>
            <a:fld id="{0497EE79-199C-4672-9B88-4025D4E5ED54}" type="datetime1">
              <a:rPr lang="es-ES" noProof="0" smtClean="0"/>
              <a:t>30/09/2025</a:t>
            </a:fld>
            <a:endParaRPr lang="es-ES" noProof="0" dirty="0"/>
          </a:p>
        </p:txBody>
      </p:sp>
      <p:sp>
        <p:nvSpPr>
          <p:cNvPr id="14" name="Marcador de pie de página 13">
            <a:extLst>
              <a:ext uri="{FF2B5EF4-FFF2-40B4-BE49-F238E27FC236}">
                <a16:creationId xmlns:a16="http://schemas.microsoft.com/office/drawing/2014/main" id="{1227527D-08A5-420E-A467-1E6844BDEEC1}"/>
              </a:ext>
            </a:extLst>
          </p:cNvPr>
          <p:cNvSpPr>
            <a:spLocks noGrp="1"/>
          </p:cNvSpPr>
          <p:nvPr>
            <p:ph type="ftr" sz="quarter" idx="18"/>
          </p:nvPr>
        </p:nvSpPr>
        <p:spPr/>
        <p:txBody>
          <a:bodyPr rtlCol="0"/>
          <a:lstStyle/>
          <a:p>
            <a:pPr rtl="0"/>
            <a:endParaRPr lang="es-ES" noProof="0" dirty="0"/>
          </a:p>
        </p:txBody>
      </p:sp>
      <p:sp>
        <p:nvSpPr>
          <p:cNvPr id="15" name="Marcador de número de diapositiva 14">
            <a:extLst>
              <a:ext uri="{FF2B5EF4-FFF2-40B4-BE49-F238E27FC236}">
                <a16:creationId xmlns:a16="http://schemas.microsoft.com/office/drawing/2014/main" id="{DD7A5543-A7D4-4EA8-9A04-F92D7C604BBF}"/>
              </a:ext>
            </a:extLst>
          </p:cNvPr>
          <p:cNvSpPr>
            <a:spLocks noGrp="1"/>
          </p:cNvSpPr>
          <p:nvPr>
            <p:ph type="sldNum" sz="quarter" idx="19"/>
          </p:nvPr>
        </p:nvSpPr>
        <p:spPr/>
        <p:txBody>
          <a:bodyPr rtlCol="0"/>
          <a:lstStyle/>
          <a:p>
            <a:pPr rtl="0"/>
            <a:fld id="{FC88C861-00C2-4CF5-8B41-5862B306817B}" type="slidenum">
              <a:rPr lang="es-ES" noProof="0" smtClean="0"/>
              <a:pPr rtl="0"/>
              <a:t>‹Nº›</a:t>
            </a:fld>
            <a:endParaRPr lang="es-ES" noProof="0" dirty="0"/>
          </a:p>
        </p:txBody>
      </p:sp>
    </p:spTree>
    <p:extLst>
      <p:ext uri="{BB962C8B-B14F-4D97-AF65-F5344CB8AC3E}">
        <p14:creationId xmlns:p14="http://schemas.microsoft.com/office/powerpoint/2010/main" val="3749017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es imáge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915E78-E709-4162-A259-764230600F89}"/>
              </a:ext>
            </a:extLst>
          </p:cNvPr>
          <p:cNvSpPr>
            <a:spLocks noGrp="1"/>
          </p:cNvSpPr>
          <p:nvPr>
            <p:ph type="title" hasCustomPrompt="1"/>
          </p:nvPr>
        </p:nvSpPr>
        <p:spPr>
          <a:xfrm>
            <a:off x="0" y="6210000"/>
            <a:ext cx="12192000" cy="648000"/>
          </a:xfrm>
          <a:solidFill>
            <a:schemeClr val="tx2">
              <a:alpha val="75000"/>
            </a:schemeClr>
          </a:solidFill>
          <a:ln w="12700">
            <a:noFill/>
          </a:ln>
        </p:spPr>
        <p:txBody>
          <a:bodyPr lIns="792000" tIns="72000" rtlCol="0">
            <a:normAutofit/>
          </a:bodyPr>
          <a:lstStyle>
            <a:lvl1pPr algn="l">
              <a:defRPr sz="2800" b="0" i="0">
                <a:solidFill>
                  <a:schemeClr val="bg1"/>
                </a:solidFill>
                <a:latin typeface="+mj-lt"/>
              </a:defRPr>
            </a:lvl1pPr>
          </a:lstStyle>
          <a:p>
            <a:pPr rtl="0"/>
            <a:r>
              <a:rPr lang="es-ES" noProof="0" dirty="0"/>
              <a:t>Título de diapositiva</a:t>
            </a:r>
          </a:p>
        </p:txBody>
      </p:sp>
      <p:sp>
        <p:nvSpPr>
          <p:cNvPr id="17" name="Rectángulo 16">
            <a:extLst>
              <a:ext uri="{FF2B5EF4-FFF2-40B4-BE49-F238E27FC236}">
                <a16:creationId xmlns:a16="http://schemas.microsoft.com/office/drawing/2014/main" id="{76147147-A180-4C2E-B3E3-42D28B4421D0}"/>
              </a:ext>
            </a:extLst>
          </p:cNvPr>
          <p:cNvSpPr/>
          <p:nvPr userDrawn="1"/>
        </p:nvSpPr>
        <p:spPr>
          <a:xfrm rot="420000">
            <a:off x="8171546" y="1315928"/>
            <a:ext cx="3153600" cy="3888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16" name="Rectángulo 15">
            <a:extLst>
              <a:ext uri="{FF2B5EF4-FFF2-40B4-BE49-F238E27FC236}">
                <a16:creationId xmlns:a16="http://schemas.microsoft.com/office/drawing/2014/main" id="{10EF84DA-1827-445D-B32D-927612679B0B}"/>
              </a:ext>
            </a:extLst>
          </p:cNvPr>
          <p:cNvSpPr/>
          <p:nvPr userDrawn="1"/>
        </p:nvSpPr>
        <p:spPr>
          <a:xfrm>
            <a:off x="4519200" y="1529871"/>
            <a:ext cx="3153600" cy="3888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15" name="Rectángulo 14">
            <a:extLst>
              <a:ext uri="{FF2B5EF4-FFF2-40B4-BE49-F238E27FC236}">
                <a16:creationId xmlns:a16="http://schemas.microsoft.com/office/drawing/2014/main" id="{DB235D9F-163E-4244-9A0B-3B57E81DFCFB}"/>
              </a:ext>
            </a:extLst>
          </p:cNvPr>
          <p:cNvSpPr/>
          <p:nvPr userDrawn="1"/>
        </p:nvSpPr>
        <p:spPr>
          <a:xfrm rot="21180000">
            <a:off x="862264" y="1343080"/>
            <a:ext cx="3153600" cy="3888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21" name="Marcador de posición de imagen 18">
            <a:extLst>
              <a:ext uri="{FF2B5EF4-FFF2-40B4-BE49-F238E27FC236}">
                <a16:creationId xmlns:a16="http://schemas.microsoft.com/office/drawing/2014/main" id="{1A1FBD38-B53D-44B3-B20B-810E24599A1B}"/>
              </a:ext>
            </a:extLst>
          </p:cNvPr>
          <p:cNvSpPr>
            <a:spLocks noGrp="1"/>
          </p:cNvSpPr>
          <p:nvPr>
            <p:ph type="pic" sz="quarter" idx="16"/>
          </p:nvPr>
        </p:nvSpPr>
        <p:spPr>
          <a:xfrm>
            <a:off x="4699698" y="1717248"/>
            <a:ext cx="2792604" cy="3528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19" name="Marcador de posición de imagen 18">
            <a:extLst>
              <a:ext uri="{FF2B5EF4-FFF2-40B4-BE49-F238E27FC236}">
                <a16:creationId xmlns:a16="http://schemas.microsoft.com/office/drawing/2014/main" id="{B0C5B13D-443C-439A-8167-E31CDA6A1ACC}"/>
              </a:ext>
            </a:extLst>
          </p:cNvPr>
          <p:cNvSpPr>
            <a:spLocks noGrp="1"/>
          </p:cNvSpPr>
          <p:nvPr>
            <p:ph type="pic" sz="quarter" idx="15"/>
          </p:nvPr>
        </p:nvSpPr>
        <p:spPr>
          <a:xfrm rot="21180000">
            <a:off x="1042762" y="1523080"/>
            <a:ext cx="2792604" cy="3528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10" name="Marcador de texto 9">
            <a:extLst>
              <a:ext uri="{FF2B5EF4-FFF2-40B4-BE49-F238E27FC236}">
                <a16:creationId xmlns:a16="http://schemas.microsoft.com/office/drawing/2014/main" id="{5332796A-6D43-4E9A-961E-B6599E67C2FD}"/>
              </a:ext>
            </a:extLst>
          </p:cNvPr>
          <p:cNvSpPr>
            <a:spLocks noGrp="1"/>
          </p:cNvSpPr>
          <p:nvPr>
            <p:ph type="body" sz="quarter" idx="13" hasCustomPrompt="1"/>
          </p:nvPr>
        </p:nvSpPr>
        <p:spPr>
          <a:xfrm rot="21180000">
            <a:off x="1228948" y="4596406"/>
            <a:ext cx="2793600" cy="435600"/>
          </a:xfrm>
          <a:solidFill>
            <a:schemeClr val="tx2"/>
          </a:solidFill>
          <a:ln>
            <a:solidFill>
              <a:schemeClr val="tx2"/>
            </a:solidFill>
          </a:ln>
        </p:spPr>
        <p:txBody>
          <a:bodyPr tIns="468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r>
              <a:rPr lang="es-ES" noProof="0" dirty="0"/>
              <a:t> Dolor</a:t>
            </a:r>
          </a:p>
        </p:txBody>
      </p:sp>
      <p:sp>
        <p:nvSpPr>
          <p:cNvPr id="23" name="Marcador de posición de imagen 18">
            <a:extLst>
              <a:ext uri="{FF2B5EF4-FFF2-40B4-BE49-F238E27FC236}">
                <a16:creationId xmlns:a16="http://schemas.microsoft.com/office/drawing/2014/main" id="{1CCDB1A4-E821-45D2-997D-20E929969618}"/>
              </a:ext>
            </a:extLst>
          </p:cNvPr>
          <p:cNvSpPr>
            <a:spLocks noGrp="1"/>
          </p:cNvSpPr>
          <p:nvPr>
            <p:ph type="pic" sz="quarter" idx="17"/>
          </p:nvPr>
        </p:nvSpPr>
        <p:spPr>
          <a:xfrm rot="420000" flipH="1">
            <a:off x="8352044" y="1495928"/>
            <a:ext cx="2792604" cy="3528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24" name="Marcador de texto 9">
            <a:extLst>
              <a:ext uri="{FF2B5EF4-FFF2-40B4-BE49-F238E27FC236}">
                <a16:creationId xmlns:a16="http://schemas.microsoft.com/office/drawing/2014/main" id="{53F7B8E5-2D89-4869-9A66-78A446D6A756}"/>
              </a:ext>
            </a:extLst>
          </p:cNvPr>
          <p:cNvSpPr>
            <a:spLocks noGrp="1"/>
          </p:cNvSpPr>
          <p:nvPr>
            <p:ph type="body" sz="quarter" idx="18" hasCustomPrompt="1"/>
          </p:nvPr>
        </p:nvSpPr>
        <p:spPr>
          <a:xfrm>
            <a:off x="4699200" y="4821383"/>
            <a:ext cx="2793600" cy="435600"/>
          </a:xfrm>
          <a:solidFill>
            <a:schemeClr val="tx2"/>
          </a:solidFill>
          <a:ln>
            <a:solidFill>
              <a:schemeClr val="tx2"/>
            </a:solidFill>
          </a:ln>
        </p:spPr>
        <p:txBody>
          <a:bodyPr tIns="468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r>
              <a:rPr lang="es-ES" noProof="0" dirty="0"/>
              <a:t> Dolor</a:t>
            </a:r>
          </a:p>
        </p:txBody>
      </p:sp>
      <p:sp>
        <p:nvSpPr>
          <p:cNvPr id="11" name="Marcador de texto 9">
            <a:extLst>
              <a:ext uri="{FF2B5EF4-FFF2-40B4-BE49-F238E27FC236}">
                <a16:creationId xmlns:a16="http://schemas.microsoft.com/office/drawing/2014/main" id="{9AA3FC1D-B8D3-4097-AF60-209280381644}"/>
              </a:ext>
            </a:extLst>
          </p:cNvPr>
          <p:cNvSpPr>
            <a:spLocks noGrp="1"/>
          </p:cNvSpPr>
          <p:nvPr>
            <p:ph type="body" sz="quarter" idx="14" hasCustomPrompt="1"/>
          </p:nvPr>
        </p:nvSpPr>
        <p:spPr>
          <a:xfrm rot="420000">
            <a:off x="8164863" y="4564512"/>
            <a:ext cx="2793600" cy="435600"/>
          </a:xfrm>
          <a:solidFill>
            <a:schemeClr val="tx2"/>
          </a:solidFill>
          <a:ln>
            <a:solidFill>
              <a:schemeClr val="tx2"/>
            </a:solidFill>
          </a:ln>
        </p:spPr>
        <p:txBody>
          <a:bodyPr tIns="468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r>
              <a:rPr lang="es-ES" noProof="0" dirty="0"/>
              <a:t> Dolor</a:t>
            </a:r>
          </a:p>
        </p:txBody>
      </p:sp>
      <p:sp>
        <p:nvSpPr>
          <p:cNvPr id="3" name="Marcador de fecha 2">
            <a:extLst>
              <a:ext uri="{FF2B5EF4-FFF2-40B4-BE49-F238E27FC236}">
                <a16:creationId xmlns:a16="http://schemas.microsoft.com/office/drawing/2014/main" id="{E33E0D03-A834-4109-87F9-BEDC53E469D5}"/>
              </a:ext>
            </a:extLst>
          </p:cNvPr>
          <p:cNvSpPr>
            <a:spLocks noGrp="1"/>
          </p:cNvSpPr>
          <p:nvPr>
            <p:ph type="dt" sz="half" idx="19"/>
          </p:nvPr>
        </p:nvSpPr>
        <p:spPr/>
        <p:txBody>
          <a:bodyPr rtlCol="0"/>
          <a:lstStyle/>
          <a:p>
            <a:pPr rtl="0"/>
            <a:fld id="{3F901517-CD54-4E9F-9D7A-6148ADDB4F9E}" type="datetime1">
              <a:rPr lang="es-ES" noProof="0" smtClean="0"/>
              <a:t>30/09/2025</a:t>
            </a:fld>
            <a:endParaRPr lang="es-ES" noProof="0" dirty="0"/>
          </a:p>
        </p:txBody>
      </p:sp>
      <p:sp>
        <p:nvSpPr>
          <p:cNvPr id="7" name="Marcador de pie de página 6">
            <a:extLst>
              <a:ext uri="{FF2B5EF4-FFF2-40B4-BE49-F238E27FC236}">
                <a16:creationId xmlns:a16="http://schemas.microsoft.com/office/drawing/2014/main" id="{39F19D04-F9DC-406F-B9E3-263863B29730}"/>
              </a:ext>
            </a:extLst>
          </p:cNvPr>
          <p:cNvSpPr>
            <a:spLocks noGrp="1"/>
          </p:cNvSpPr>
          <p:nvPr>
            <p:ph type="ftr" sz="quarter" idx="20"/>
          </p:nvPr>
        </p:nvSpPr>
        <p:spPr/>
        <p:txBody>
          <a:bodyPr rtlCol="0"/>
          <a:lstStyle/>
          <a:p>
            <a:pPr rtl="0"/>
            <a:endParaRPr lang="es-ES" noProof="0" dirty="0"/>
          </a:p>
        </p:txBody>
      </p:sp>
      <p:sp>
        <p:nvSpPr>
          <p:cNvPr id="8" name="Marcador de número de diapositiva 7">
            <a:extLst>
              <a:ext uri="{FF2B5EF4-FFF2-40B4-BE49-F238E27FC236}">
                <a16:creationId xmlns:a16="http://schemas.microsoft.com/office/drawing/2014/main" id="{85C6E502-4CC4-4F6F-9F80-F8B9E4584C55}"/>
              </a:ext>
            </a:extLst>
          </p:cNvPr>
          <p:cNvSpPr>
            <a:spLocks noGrp="1"/>
          </p:cNvSpPr>
          <p:nvPr>
            <p:ph type="sldNum" sz="quarter" idx="21"/>
          </p:nvPr>
        </p:nvSpPr>
        <p:spPr/>
        <p:txBody>
          <a:bodyPr rtlCol="0"/>
          <a:lstStyle/>
          <a:p>
            <a:pPr rtl="0"/>
            <a:fld id="{FC88C861-00C2-4CF5-8B41-5862B306817B}" type="slidenum">
              <a:rPr lang="es-ES" noProof="0" smtClean="0"/>
              <a:pPr rtl="0"/>
              <a:t>‹Nº›</a:t>
            </a:fld>
            <a:endParaRPr lang="es-ES" noProof="0" dirty="0"/>
          </a:p>
        </p:txBody>
      </p:sp>
    </p:spTree>
    <p:extLst>
      <p:ext uri="{BB962C8B-B14F-4D97-AF65-F5344CB8AC3E}">
        <p14:creationId xmlns:p14="http://schemas.microsoft.com/office/powerpoint/2010/main" val="1101895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na imag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915E78-E709-4162-A259-764230600F89}"/>
              </a:ext>
            </a:extLst>
          </p:cNvPr>
          <p:cNvSpPr>
            <a:spLocks noGrp="1"/>
          </p:cNvSpPr>
          <p:nvPr>
            <p:ph type="title" hasCustomPrompt="1"/>
          </p:nvPr>
        </p:nvSpPr>
        <p:spPr>
          <a:xfrm>
            <a:off x="0" y="6210000"/>
            <a:ext cx="12192000" cy="648000"/>
          </a:xfrm>
          <a:solidFill>
            <a:schemeClr val="tx2">
              <a:alpha val="75000"/>
            </a:schemeClr>
          </a:solidFill>
          <a:ln>
            <a:noFill/>
          </a:ln>
        </p:spPr>
        <p:txBody>
          <a:bodyPr lIns="792000" tIns="72000" rtlCol="0"/>
          <a:lstStyle>
            <a:lvl1pPr algn="l">
              <a:defRPr b="0" i="0">
                <a:solidFill>
                  <a:schemeClr val="bg1"/>
                </a:solidFill>
                <a:latin typeface="+mj-lt"/>
              </a:defRPr>
            </a:lvl1pPr>
          </a:lstStyle>
          <a:p>
            <a:pPr rtl="0"/>
            <a:r>
              <a:rPr lang="es-ES" noProof="0" dirty="0"/>
              <a:t>Título de diapositiva</a:t>
            </a:r>
          </a:p>
        </p:txBody>
      </p:sp>
      <p:sp>
        <p:nvSpPr>
          <p:cNvPr id="10" name="Rectángulo 9">
            <a:extLst>
              <a:ext uri="{FF2B5EF4-FFF2-40B4-BE49-F238E27FC236}">
                <a16:creationId xmlns:a16="http://schemas.microsoft.com/office/drawing/2014/main" id="{76AB951F-DDD6-4600-8258-1DD5F7CF00B5}"/>
              </a:ext>
            </a:extLst>
          </p:cNvPr>
          <p:cNvSpPr/>
          <p:nvPr userDrawn="1"/>
        </p:nvSpPr>
        <p:spPr>
          <a:xfrm>
            <a:off x="1063200" y="834817"/>
            <a:ext cx="10065600" cy="45936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21" name="Marcador de posición de imagen 18">
            <a:extLst>
              <a:ext uri="{FF2B5EF4-FFF2-40B4-BE49-F238E27FC236}">
                <a16:creationId xmlns:a16="http://schemas.microsoft.com/office/drawing/2014/main" id="{1A1FBD38-B53D-44B3-B20B-810E24599A1B}"/>
              </a:ext>
            </a:extLst>
          </p:cNvPr>
          <p:cNvSpPr>
            <a:spLocks noGrp="1"/>
          </p:cNvSpPr>
          <p:nvPr>
            <p:ph type="pic" sz="quarter" idx="16"/>
          </p:nvPr>
        </p:nvSpPr>
        <p:spPr>
          <a:xfrm>
            <a:off x="1242647" y="1014430"/>
            <a:ext cx="9706707" cy="4234375"/>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11" name="Marcador de texto 9">
            <a:extLst>
              <a:ext uri="{FF2B5EF4-FFF2-40B4-BE49-F238E27FC236}">
                <a16:creationId xmlns:a16="http://schemas.microsoft.com/office/drawing/2014/main" id="{9AA3FC1D-B8D3-4097-AF60-209280381644}"/>
              </a:ext>
            </a:extLst>
          </p:cNvPr>
          <p:cNvSpPr>
            <a:spLocks noGrp="1"/>
          </p:cNvSpPr>
          <p:nvPr>
            <p:ph type="body" sz="quarter" idx="14" hasCustomPrompt="1"/>
          </p:nvPr>
        </p:nvSpPr>
        <p:spPr>
          <a:xfrm>
            <a:off x="1242647" y="4816590"/>
            <a:ext cx="9706707" cy="435600"/>
          </a:xfrm>
          <a:solidFill>
            <a:schemeClr val="tx2"/>
          </a:solidFill>
          <a:ln>
            <a:solidFill>
              <a:schemeClr val="tx2"/>
            </a:solidFill>
          </a:ln>
        </p:spPr>
        <p:txBody>
          <a:bodyPr tIns="468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r>
              <a:rPr lang="es-ES" noProof="0" dirty="0"/>
              <a:t> Dolor</a:t>
            </a:r>
          </a:p>
        </p:txBody>
      </p:sp>
      <p:sp>
        <p:nvSpPr>
          <p:cNvPr id="3" name="Marcador de fecha 2">
            <a:extLst>
              <a:ext uri="{FF2B5EF4-FFF2-40B4-BE49-F238E27FC236}">
                <a16:creationId xmlns:a16="http://schemas.microsoft.com/office/drawing/2014/main" id="{0B60336E-338A-49A5-9352-E0026C82C195}"/>
              </a:ext>
            </a:extLst>
          </p:cNvPr>
          <p:cNvSpPr>
            <a:spLocks noGrp="1"/>
          </p:cNvSpPr>
          <p:nvPr>
            <p:ph type="dt" sz="half" idx="17"/>
          </p:nvPr>
        </p:nvSpPr>
        <p:spPr/>
        <p:txBody>
          <a:bodyPr rtlCol="0"/>
          <a:lstStyle/>
          <a:p>
            <a:pPr rtl="0"/>
            <a:fld id="{2678D82F-47AA-4D11-B6E8-7D88DA8E953C}" type="datetime1">
              <a:rPr lang="es-ES" noProof="0" smtClean="0"/>
              <a:t>30/09/2025</a:t>
            </a:fld>
            <a:endParaRPr lang="es-ES" noProof="0" dirty="0"/>
          </a:p>
        </p:txBody>
      </p:sp>
      <p:sp>
        <p:nvSpPr>
          <p:cNvPr id="7" name="Marcador de pie de página 6">
            <a:extLst>
              <a:ext uri="{FF2B5EF4-FFF2-40B4-BE49-F238E27FC236}">
                <a16:creationId xmlns:a16="http://schemas.microsoft.com/office/drawing/2014/main" id="{472F1017-CF51-40A3-82E0-7CDF65453632}"/>
              </a:ext>
            </a:extLst>
          </p:cNvPr>
          <p:cNvSpPr>
            <a:spLocks noGrp="1"/>
          </p:cNvSpPr>
          <p:nvPr>
            <p:ph type="ftr" sz="quarter" idx="18"/>
          </p:nvPr>
        </p:nvSpPr>
        <p:spPr/>
        <p:txBody>
          <a:bodyPr rtlCol="0"/>
          <a:lstStyle/>
          <a:p>
            <a:pPr rtl="0"/>
            <a:endParaRPr lang="es-ES" noProof="0" dirty="0"/>
          </a:p>
        </p:txBody>
      </p:sp>
      <p:sp>
        <p:nvSpPr>
          <p:cNvPr id="8" name="Marcador de número de diapositiva 7">
            <a:extLst>
              <a:ext uri="{FF2B5EF4-FFF2-40B4-BE49-F238E27FC236}">
                <a16:creationId xmlns:a16="http://schemas.microsoft.com/office/drawing/2014/main" id="{5FFB9622-866E-47DF-A176-7FEC0CB3626C}"/>
              </a:ext>
            </a:extLst>
          </p:cNvPr>
          <p:cNvSpPr>
            <a:spLocks noGrp="1"/>
          </p:cNvSpPr>
          <p:nvPr>
            <p:ph type="sldNum" sz="quarter" idx="19"/>
          </p:nvPr>
        </p:nvSpPr>
        <p:spPr/>
        <p:txBody>
          <a:bodyPr rtlCol="0"/>
          <a:lstStyle/>
          <a:p>
            <a:pPr rtl="0"/>
            <a:fld id="{FC88C861-00C2-4CF5-8B41-5862B306817B}" type="slidenum">
              <a:rPr lang="es-ES" noProof="0" smtClean="0"/>
              <a:pPr rtl="0"/>
              <a:t>‹Nº›</a:t>
            </a:fld>
            <a:endParaRPr lang="es-ES" noProof="0" dirty="0"/>
          </a:p>
        </p:txBody>
      </p:sp>
    </p:spTree>
    <p:extLst>
      <p:ext uri="{BB962C8B-B14F-4D97-AF65-F5344CB8AC3E}">
        <p14:creationId xmlns:p14="http://schemas.microsoft.com/office/powerpoint/2010/main" val="467825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es imágenes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915E78-E709-4162-A259-764230600F89}"/>
              </a:ext>
            </a:extLst>
          </p:cNvPr>
          <p:cNvSpPr>
            <a:spLocks noGrp="1"/>
          </p:cNvSpPr>
          <p:nvPr>
            <p:ph type="title" hasCustomPrompt="1"/>
          </p:nvPr>
        </p:nvSpPr>
        <p:spPr>
          <a:xfrm>
            <a:off x="0" y="6210000"/>
            <a:ext cx="12192000" cy="648000"/>
          </a:xfrm>
          <a:solidFill>
            <a:schemeClr val="tx2">
              <a:alpha val="75000"/>
            </a:schemeClr>
          </a:solidFill>
          <a:ln w="12700">
            <a:noFill/>
          </a:ln>
        </p:spPr>
        <p:txBody>
          <a:bodyPr lIns="792000" tIns="72000" rtlCol="0"/>
          <a:lstStyle>
            <a:lvl1pPr algn="l">
              <a:defRPr b="0" i="0">
                <a:solidFill>
                  <a:schemeClr val="bg1"/>
                </a:solidFill>
                <a:latin typeface="+mj-lt"/>
              </a:defRPr>
            </a:lvl1pPr>
          </a:lstStyle>
          <a:p>
            <a:pPr rtl="0"/>
            <a:r>
              <a:rPr lang="es-ES" noProof="0" dirty="0"/>
              <a:t>Título de diapositiva</a:t>
            </a:r>
          </a:p>
        </p:txBody>
      </p:sp>
      <p:sp>
        <p:nvSpPr>
          <p:cNvPr id="20" name="Rectángulo 19">
            <a:extLst>
              <a:ext uri="{FF2B5EF4-FFF2-40B4-BE49-F238E27FC236}">
                <a16:creationId xmlns:a16="http://schemas.microsoft.com/office/drawing/2014/main" id="{151246F3-0DBD-4430-B526-EC59DC5A18B5}"/>
              </a:ext>
            </a:extLst>
          </p:cNvPr>
          <p:cNvSpPr/>
          <p:nvPr userDrawn="1"/>
        </p:nvSpPr>
        <p:spPr>
          <a:xfrm rot="660000">
            <a:off x="7167225" y="702354"/>
            <a:ext cx="3985200" cy="4860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19" name="Rectángulo 18">
            <a:extLst>
              <a:ext uri="{FF2B5EF4-FFF2-40B4-BE49-F238E27FC236}">
                <a16:creationId xmlns:a16="http://schemas.microsoft.com/office/drawing/2014/main" id="{AF4CC24B-5853-4195-A61A-DFA32AB64323}"/>
              </a:ext>
            </a:extLst>
          </p:cNvPr>
          <p:cNvSpPr/>
          <p:nvPr userDrawn="1"/>
        </p:nvSpPr>
        <p:spPr>
          <a:xfrm rot="480000">
            <a:off x="3964144" y="2338063"/>
            <a:ext cx="2383200" cy="2916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17" name="Rectángulo 16">
            <a:extLst>
              <a:ext uri="{FF2B5EF4-FFF2-40B4-BE49-F238E27FC236}">
                <a16:creationId xmlns:a16="http://schemas.microsoft.com/office/drawing/2014/main" id="{52FA56F0-5303-45A4-98B7-29C5D8BFB9A2}"/>
              </a:ext>
            </a:extLst>
          </p:cNvPr>
          <p:cNvSpPr/>
          <p:nvPr userDrawn="1"/>
        </p:nvSpPr>
        <p:spPr>
          <a:xfrm rot="21180000">
            <a:off x="925088" y="1203132"/>
            <a:ext cx="2383200" cy="2916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26" name="Marcador de posición de imagen 18">
            <a:extLst>
              <a:ext uri="{FF2B5EF4-FFF2-40B4-BE49-F238E27FC236}">
                <a16:creationId xmlns:a16="http://schemas.microsoft.com/office/drawing/2014/main" id="{45AF10CF-5DE9-4CAE-9BCD-F8EBE8742D51}"/>
              </a:ext>
            </a:extLst>
          </p:cNvPr>
          <p:cNvSpPr>
            <a:spLocks noGrp="1"/>
          </p:cNvSpPr>
          <p:nvPr>
            <p:ph type="pic" sz="quarter" idx="18"/>
          </p:nvPr>
        </p:nvSpPr>
        <p:spPr>
          <a:xfrm rot="660000">
            <a:off x="7347225" y="882354"/>
            <a:ext cx="3625200" cy="4500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27" name="Marcador de texto 9">
            <a:extLst>
              <a:ext uri="{FF2B5EF4-FFF2-40B4-BE49-F238E27FC236}">
                <a16:creationId xmlns:a16="http://schemas.microsoft.com/office/drawing/2014/main" id="{EE6C39BD-6AD7-4000-96ED-B52670B2DCB4}"/>
              </a:ext>
            </a:extLst>
          </p:cNvPr>
          <p:cNvSpPr>
            <a:spLocks noGrp="1"/>
          </p:cNvSpPr>
          <p:nvPr>
            <p:ph type="body" sz="quarter" idx="14" hasCustomPrompt="1"/>
          </p:nvPr>
        </p:nvSpPr>
        <p:spPr>
          <a:xfrm rot="660000">
            <a:off x="6945608" y="4903460"/>
            <a:ext cx="3625200" cy="435600"/>
          </a:xfrm>
          <a:solidFill>
            <a:schemeClr val="tx2"/>
          </a:solidFill>
          <a:ln>
            <a:solidFill>
              <a:schemeClr val="tx2"/>
            </a:solidFill>
          </a:ln>
        </p:spPr>
        <p:txBody>
          <a:bodyPr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r>
              <a:rPr lang="es-ES" noProof="0" dirty="0"/>
              <a:t> Dolor</a:t>
            </a:r>
          </a:p>
        </p:txBody>
      </p:sp>
      <p:sp>
        <p:nvSpPr>
          <p:cNvPr id="15" name="Marcador de posición de imagen 18">
            <a:extLst>
              <a:ext uri="{FF2B5EF4-FFF2-40B4-BE49-F238E27FC236}">
                <a16:creationId xmlns:a16="http://schemas.microsoft.com/office/drawing/2014/main" id="{A9637A7B-E48A-4C16-8D9F-F6B648EE85A0}"/>
              </a:ext>
            </a:extLst>
          </p:cNvPr>
          <p:cNvSpPr>
            <a:spLocks noGrp="1" noChangeAspect="1"/>
          </p:cNvSpPr>
          <p:nvPr>
            <p:ph type="pic" sz="quarter" idx="15"/>
          </p:nvPr>
        </p:nvSpPr>
        <p:spPr>
          <a:xfrm rot="21180000">
            <a:off x="1105082" y="1383132"/>
            <a:ext cx="2023213" cy="2556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10" name="Marcador de texto 9">
            <a:extLst>
              <a:ext uri="{FF2B5EF4-FFF2-40B4-BE49-F238E27FC236}">
                <a16:creationId xmlns:a16="http://schemas.microsoft.com/office/drawing/2014/main" id="{5332796A-6D43-4E9A-961E-B6599E67C2FD}"/>
              </a:ext>
            </a:extLst>
          </p:cNvPr>
          <p:cNvSpPr>
            <a:spLocks noGrp="1"/>
          </p:cNvSpPr>
          <p:nvPr>
            <p:ph type="body" sz="quarter" idx="13" hasCustomPrompt="1"/>
          </p:nvPr>
        </p:nvSpPr>
        <p:spPr>
          <a:xfrm rot="21180000">
            <a:off x="1236184" y="3496094"/>
            <a:ext cx="2023200" cy="435600"/>
          </a:xfrm>
          <a:solidFill>
            <a:schemeClr val="tx2"/>
          </a:solidFill>
          <a:ln>
            <a:solidFill>
              <a:schemeClr val="tx2"/>
            </a:solidFill>
          </a:ln>
        </p:spPr>
        <p:txBody>
          <a:bodyPr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endParaRPr lang="es-ES" noProof="0" dirty="0"/>
          </a:p>
        </p:txBody>
      </p:sp>
      <p:sp>
        <p:nvSpPr>
          <p:cNvPr id="18" name="Marcador de posición de imagen 18">
            <a:extLst>
              <a:ext uri="{FF2B5EF4-FFF2-40B4-BE49-F238E27FC236}">
                <a16:creationId xmlns:a16="http://schemas.microsoft.com/office/drawing/2014/main" id="{8AE405FB-107A-4B40-A50E-797338973F78}"/>
              </a:ext>
            </a:extLst>
          </p:cNvPr>
          <p:cNvSpPr>
            <a:spLocks noGrp="1" noChangeAspect="1"/>
          </p:cNvSpPr>
          <p:nvPr>
            <p:ph type="pic" sz="quarter" idx="16"/>
          </p:nvPr>
        </p:nvSpPr>
        <p:spPr>
          <a:xfrm rot="485471">
            <a:off x="4144138" y="2518063"/>
            <a:ext cx="2023213" cy="2556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21" name="Marcador de texto 9">
            <a:extLst>
              <a:ext uri="{FF2B5EF4-FFF2-40B4-BE49-F238E27FC236}">
                <a16:creationId xmlns:a16="http://schemas.microsoft.com/office/drawing/2014/main" id="{D855963D-16D9-4300-B7F7-FEAF17EAE16A}"/>
              </a:ext>
            </a:extLst>
          </p:cNvPr>
          <p:cNvSpPr>
            <a:spLocks noGrp="1"/>
          </p:cNvSpPr>
          <p:nvPr>
            <p:ph type="body" sz="quarter" idx="17" hasCustomPrompt="1"/>
          </p:nvPr>
        </p:nvSpPr>
        <p:spPr>
          <a:xfrm rot="480000">
            <a:off x="3992648" y="4630994"/>
            <a:ext cx="2023200" cy="435600"/>
          </a:xfrm>
          <a:solidFill>
            <a:schemeClr val="tx2"/>
          </a:solidFill>
          <a:ln>
            <a:solidFill>
              <a:schemeClr val="tx2"/>
            </a:solidFill>
          </a:ln>
        </p:spPr>
        <p:txBody>
          <a:bodyPr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endParaRPr lang="es-ES" noProof="0" dirty="0"/>
          </a:p>
        </p:txBody>
      </p:sp>
      <p:sp>
        <p:nvSpPr>
          <p:cNvPr id="3" name="Marcador de fecha 2">
            <a:extLst>
              <a:ext uri="{FF2B5EF4-FFF2-40B4-BE49-F238E27FC236}">
                <a16:creationId xmlns:a16="http://schemas.microsoft.com/office/drawing/2014/main" id="{BE6F430C-612E-4815-A1FB-CE72CB439B95}"/>
              </a:ext>
            </a:extLst>
          </p:cNvPr>
          <p:cNvSpPr>
            <a:spLocks noGrp="1"/>
          </p:cNvSpPr>
          <p:nvPr>
            <p:ph type="dt" sz="half" idx="19"/>
          </p:nvPr>
        </p:nvSpPr>
        <p:spPr/>
        <p:txBody>
          <a:bodyPr rtlCol="0"/>
          <a:lstStyle/>
          <a:p>
            <a:pPr rtl="0"/>
            <a:fld id="{C5587C53-CD24-41C4-8A72-2BE4388111F8}" type="datetime1">
              <a:rPr lang="es-ES" noProof="0" smtClean="0"/>
              <a:t>30/09/2025</a:t>
            </a:fld>
            <a:endParaRPr lang="es-ES" noProof="0" dirty="0"/>
          </a:p>
        </p:txBody>
      </p:sp>
      <p:sp>
        <p:nvSpPr>
          <p:cNvPr id="7" name="Marcador de pie de página 6">
            <a:extLst>
              <a:ext uri="{FF2B5EF4-FFF2-40B4-BE49-F238E27FC236}">
                <a16:creationId xmlns:a16="http://schemas.microsoft.com/office/drawing/2014/main" id="{FE44659B-ED1E-48B9-8AB9-E8662C2FCD3D}"/>
              </a:ext>
            </a:extLst>
          </p:cNvPr>
          <p:cNvSpPr>
            <a:spLocks noGrp="1"/>
          </p:cNvSpPr>
          <p:nvPr>
            <p:ph type="ftr" sz="quarter" idx="20"/>
          </p:nvPr>
        </p:nvSpPr>
        <p:spPr/>
        <p:txBody>
          <a:bodyPr rtlCol="0"/>
          <a:lstStyle/>
          <a:p>
            <a:pPr rtl="0"/>
            <a:endParaRPr lang="es-ES" noProof="0" dirty="0"/>
          </a:p>
        </p:txBody>
      </p:sp>
      <p:sp>
        <p:nvSpPr>
          <p:cNvPr id="8" name="Marcador de número de diapositiva 7">
            <a:extLst>
              <a:ext uri="{FF2B5EF4-FFF2-40B4-BE49-F238E27FC236}">
                <a16:creationId xmlns:a16="http://schemas.microsoft.com/office/drawing/2014/main" id="{A32D4E97-A052-4CED-A126-36E40F3EAEDD}"/>
              </a:ext>
            </a:extLst>
          </p:cNvPr>
          <p:cNvSpPr>
            <a:spLocks noGrp="1"/>
          </p:cNvSpPr>
          <p:nvPr>
            <p:ph type="sldNum" sz="quarter" idx="21"/>
          </p:nvPr>
        </p:nvSpPr>
        <p:spPr/>
        <p:txBody>
          <a:bodyPr rtlCol="0"/>
          <a:lstStyle/>
          <a:p>
            <a:pPr rtl="0"/>
            <a:fld id="{FC88C861-00C2-4CF5-8B41-5862B306817B}" type="slidenum">
              <a:rPr lang="es-ES" noProof="0" smtClean="0"/>
              <a:pPr rtl="0"/>
              <a:t>‹Nº›</a:t>
            </a:fld>
            <a:endParaRPr lang="es-ES" noProof="0" dirty="0"/>
          </a:p>
        </p:txBody>
      </p:sp>
    </p:spTree>
    <p:extLst>
      <p:ext uri="{BB962C8B-B14F-4D97-AF65-F5344CB8AC3E}">
        <p14:creationId xmlns:p14="http://schemas.microsoft.com/office/powerpoint/2010/main" val="778632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n con ley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915E78-E709-4162-A259-764230600F89}"/>
              </a:ext>
            </a:extLst>
          </p:cNvPr>
          <p:cNvSpPr>
            <a:spLocks noGrp="1"/>
          </p:cNvSpPr>
          <p:nvPr>
            <p:ph type="title" hasCustomPrompt="1"/>
          </p:nvPr>
        </p:nvSpPr>
        <p:spPr>
          <a:xfrm>
            <a:off x="0" y="6210000"/>
            <a:ext cx="12192000" cy="648000"/>
          </a:xfrm>
          <a:solidFill>
            <a:schemeClr val="tx2">
              <a:alpha val="75000"/>
            </a:schemeClr>
          </a:solidFill>
          <a:ln w="12700">
            <a:noFill/>
          </a:ln>
        </p:spPr>
        <p:txBody>
          <a:bodyPr lIns="792000" tIns="72000" rtlCol="0"/>
          <a:lstStyle>
            <a:lvl1pPr algn="l">
              <a:defRPr b="0" i="0">
                <a:solidFill>
                  <a:schemeClr val="bg1"/>
                </a:solidFill>
                <a:latin typeface="+mj-lt"/>
              </a:defRPr>
            </a:lvl1pPr>
          </a:lstStyle>
          <a:p>
            <a:pPr rtl="0"/>
            <a:r>
              <a:rPr lang="es-ES" noProof="0" dirty="0"/>
              <a:t>Título de diapositiva</a:t>
            </a:r>
          </a:p>
        </p:txBody>
      </p:sp>
      <p:sp>
        <p:nvSpPr>
          <p:cNvPr id="14" name="Rectángulo 13">
            <a:extLst>
              <a:ext uri="{FF2B5EF4-FFF2-40B4-BE49-F238E27FC236}">
                <a16:creationId xmlns:a16="http://schemas.microsoft.com/office/drawing/2014/main" id="{D3C1EAD5-B459-4F6D-9BA4-AF2946E369CC}"/>
              </a:ext>
            </a:extLst>
          </p:cNvPr>
          <p:cNvSpPr/>
          <p:nvPr userDrawn="1"/>
        </p:nvSpPr>
        <p:spPr>
          <a:xfrm>
            <a:off x="6469422" y="1295575"/>
            <a:ext cx="4680000" cy="41508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13" name="Rectángulo 12">
            <a:extLst>
              <a:ext uri="{FF2B5EF4-FFF2-40B4-BE49-F238E27FC236}">
                <a16:creationId xmlns:a16="http://schemas.microsoft.com/office/drawing/2014/main" id="{BBDA76D1-4ABD-45D1-BD2C-D6EF89411AAE}"/>
              </a:ext>
            </a:extLst>
          </p:cNvPr>
          <p:cNvSpPr/>
          <p:nvPr userDrawn="1"/>
        </p:nvSpPr>
        <p:spPr>
          <a:xfrm rot="21180000">
            <a:off x="1509486" y="667362"/>
            <a:ext cx="3985200" cy="4860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19" name="Marcador de posición de imagen 18">
            <a:extLst>
              <a:ext uri="{FF2B5EF4-FFF2-40B4-BE49-F238E27FC236}">
                <a16:creationId xmlns:a16="http://schemas.microsoft.com/office/drawing/2014/main" id="{B0C5B13D-443C-439A-8167-E31CDA6A1ACC}"/>
              </a:ext>
            </a:extLst>
          </p:cNvPr>
          <p:cNvSpPr>
            <a:spLocks noGrp="1"/>
          </p:cNvSpPr>
          <p:nvPr>
            <p:ph type="pic" sz="quarter" idx="15"/>
          </p:nvPr>
        </p:nvSpPr>
        <p:spPr>
          <a:xfrm rot="21180000">
            <a:off x="1698460" y="863992"/>
            <a:ext cx="3625200" cy="4500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10" name="Marcador de texto 9">
            <a:extLst>
              <a:ext uri="{FF2B5EF4-FFF2-40B4-BE49-F238E27FC236}">
                <a16:creationId xmlns:a16="http://schemas.microsoft.com/office/drawing/2014/main" id="{5332796A-6D43-4E9A-961E-B6599E67C2FD}"/>
              </a:ext>
            </a:extLst>
          </p:cNvPr>
          <p:cNvSpPr>
            <a:spLocks noGrp="1"/>
          </p:cNvSpPr>
          <p:nvPr>
            <p:ph type="body" sz="quarter" idx="13" hasCustomPrompt="1"/>
          </p:nvPr>
        </p:nvSpPr>
        <p:spPr>
          <a:xfrm rot="21180000">
            <a:off x="1946124" y="4907310"/>
            <a:ext cx="3625200" cy="435600"/>
          </a:xfrm>
          <a:solidFill>
            <a:schemeClr val="tx2"/>
          </a:solidFill>
          <a:ln>
            <a:solidFill>
              <a:schemeClr val="tx2"/>
            </a:solidFill>
          </a:ln>
        </p:spPr>
        <p:txBody>
          <a:bodyPr tIns="900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r>
              <a:rPr lang="es-ES" noProof="0" dirty="0"/>
              <a:t> Dolor</a:t>
            </a:r>
          </a:p>
        </p:txBody>
      </p:sp>
      <p:sp>
        <p:nvSpPr>
          <p:cNvPr id="11" name="Marcador de texto 9">
            <a:extLst>
              <a:ext uri="{FF2B5EF4-FFF2-40B4-BE49-F238E27FC236}">
                <a16:creationId xmlns:a16="http://schemas.microsoft.com/office/drawing/2014/main" id="{9AA3FC1D-B8D3-4097-AF60-209280381644}"/>
              </a:ext>
            </a:extLst>
          </p:cNvPr>
          <p:cNvSpPr>
            <a:spLocks noGrp="1"/>
          </p:cNvSpPr>
          <p:nvPr>
            <p:ph type="body" sz="quarter" idx="14"/>
          </p:nvPr>
        </p:nvSpPr>
        <p:spPr>
          <a:xfrm>
            <a:off x="6649422" y="1475054"/>
            <a:ext cx="4320000" cy="3791842"/>
          </a:xfrm>
          <a:solidFill>
            <a:schemeClr val="bg1"/>
          </a:solidFill>
          <a:ln w="38100">
            <a:solidFill>
              <a:schemeClr val="tx2"/>
            </a:solidFill>
          </a:ln>
        </p:spPr>
        <p:txBody>
          <a:bodyPr lIns="360000" tIns="360000" rIns="360000" bIns="360000" rtlCol="0" anchor="ctr" anchorCtr="0">
            <a:noAutofit/>
          </a:bodyPr>
          <a:lstStyle>
            <a:lvl1pPr marL="0" indent="0" algn="ctr">
              <a:buNone/>
              <a:defRPr sz="1700" i="1">
                <a:solidFill>
                  <a:schemeClr val="tx2"/>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a:t>Editar los estilos de texto del patrón</a:t>
            </a:r>
          </a:p>
        </p:txBody>
      </p:sp>
      <p:sp>
        <p:nvSpPr>
          <p:cNvPr id="3" name="Marcador de fecha 2">
            <a:extLst>
              <a:ext uri="{FF2B5EF4-FFF2-40B4-BE49-F238E27FC236}">
                <a16:creationId xmlns:a16="http://schemas.microsoft.com/office/drawing/2014/main" id="{583C6436-633B-4644-ABBB-03192D6E836F}"/>
              </a:ext>
            </a:extLst>
          </p:cNvPr>
          <p:cNvSpPr>
            <a:spLocks noGrp="1"/>
          </p:cNvSpPr>
          <p:nvPr>
            <p:ph type="dt" sz="half" idx="16"/>
          </p:nvPr>
        </p:nvSpPr>
        <p:spPr/>
        <p:txBody>
          <a:bodyPr rtlCol="0"/>
          <a:lstStyle/>
          <a:p>
            <a:pPr rtl="0"/>
            <a:fld id="{3B1C0AD0-420D-462B-A93F-29D20F89E172}" type="datetime1">
              <a:rPr lang="es-ES" noProof="0" smtClean="0"/>
              <a:t>30/09/2025</a:t>
            </a:fld>
            <a:endParaRPr lang="es-ES" noProof="0" dirty="0"/>
          </a:p>
        </p:txBody>
      </p:sp>
      <p:sp>
        <p:nvSpPr>
          <p:cNvPr id="7" name="Marcador de pie de página 6">
            <a:extLst>
              <a:ext uri="{FF2B5EF4-FFF2-40B4-BE49-F238E27FC236}">
                <a16:creationId xmlns:a16="http://schemas.microsoft.com/office/drawing/2014/main" id="{C413A099-89D7-4994-BFF4-5BDB9861A444}"/>
              </a:ext>
            </a:extLst>
          </p:cNvPr>
          <p:cNvSpPr>
            <a:spLocks noGrp="1"/>
          </p:cNvSpPr>
          <p:nvPr>
            <p:ph type="ftr" sz="quarter" idx="17"/>
          </p:nvPr>
        </p:nvSpPr>
        <p:spPr/>
        <p:txBody>
          <a:bodyPr rtlCol="0"/>
          <a:lstStyle/>
          <a:p>
            <a:pPr rtl="0"/>
            <a:endParaRPr lang="es-ES" noProof="0" dirty="0"/>
          </a:p>
        </p:txBody>
      </p:sp>
      <p:sp>
        <p:nvSpPr>
          <p:cNvPr id="8" name="Marcador de número de diapositiva 7">
            <a:extLst>
              <a:ext uri="{FF2B5EF4-FFF2-40B4-BE49-F238E27FC236}">
                <a16:creationId xmlns:a16="http://schemas.microsoft.com/office/drawing/2014/main" id="{28C24625-A81B-40FC-977F-678662DDD554}"/>
              </a:ext>
            </a:extLst>
          </p:cNvPr>
          <p:cNvSpPr>
            <a:spLocks noGrp="1"/>
          </p:cNvSpPr>
          <p:nvPr>
            <p:ph type="sldNum" sz="quarter" idx="18"/>
          </p:nvPr>
        </p:nvSpPr>
        <p:spPr/>
        <p:txBody>
          <a:bodyPr rtlCol="0"/>
          <a:lstStyle/>
          <a:p>
            <a:pPr rtl="0"/>
            <a:fld id="{FC88C861-00C2-4CF5-8B41-5862B306817B}" type="slidenum">
              <a:rPr lang="es-ES" noProof="0" smtClean="0"/>
              <a:pPr rtl="0"/>
              <a:t>‹Nº›</a:t>
            </a:fld>
            <a:endParaRPr lang="es-ES" noProof="0" dirty="0"/>
          </a:p>
        </p:txBody>
      </p:sp>
    </p:spTree>
    <p:extLst>
      <p:ext uri="{BB962C8B-B14F-4D97-AF65-F5344CB8AC3E}">
        <p14:creationId xmlns:p14="http://schemas.microsoft.com/office/powerpoint/2010/main" val="1815909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atro imáge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915E78-E709-4162-A259-764230600F89}"/>
              </a:ext>
            </a:extLst>
          </p:cNvPr>
          <p:cNvSpPr>
            <a:spLocks noGrp="1"/>
          </p:cNvSpPr>
          <p:nvPr>
            <p:ph type="title" hasCustomPrompt="1"/>
          </p:nvPr>
        </p:nvSpPr>
        <p:spPr>
          <a:xfrm>
            <a:off x="0" y="6210000"/>
            <a:ext cx="12192000" cy="648000"/>
          </a:xfrm>
          <a:solidFill>
            <a:schemeClr val="tx2">
              <a:alpha val="75000"/>
            </a:schemeClr>
          </a:solidFill>
          <a:ln w="12700">
            <a:noFill/>
          </a:ln>
        </p:spPr>
        <p:txBody>
          <a:bodyPr lIns="792000" tIns="72000" rtlCol="0"/>
          <a:lstStyle>
            <a:lvl1pPr algn="l">
              <a:defRPr b="0" i="0">
                <a:solidFill>
                  <a:schemeClr val="bg1"/>
                </a:solidFill>
                <a:latin typeface="+mj-lt"/>
              </a:defRPr>
            </a:lvl1pPr>
          </a:lstStyle>
          <a:p>
            <a:pPr rtl="0"/>
            <a:r>
              <a:rPr lang="es-ES" noProof="0" dirty="0"/>
              <a:t>Título de diapositiva</a:t>
            </a:r>
          </a:p>
        </p:txBody>
      </p:sp>
      <p:sp>
        <p:nvSpPr>
          <p:cNvPr id="29" name="Rectángulo 28">
            <a:extLst>
              <a:ext uri="{FF2B5EF4-FFF2-40B4-BE49-F238E27FC236}">
                <a16:creationId xmlns:a16="http://schemas.microsoft.com/office/drawing/2014/main" id="{8F49F00F-7A4C-42F9-8459-7EAF6BE700DF}"/>
              </a:ext>
            </a:extLst>
          </p:cNvPr>
          <p:cNvSpPr/>
          <p:nvPr userDrawn="1"/>
        </p:nvSpPr>
        <p:spPr>
          <a:xfrm rot="21180000">
            <a:off x="6981268" y="3362287"/>
            <a:ext cx="1924430" cy="2354665"/>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27" name="Rectángulo 26">
            <a:extLst>
              <a:ext uri="{FF2B5EF4-FFF2-40B4-BE49-F238E27FC236}">
                <a16:creationId xmlns:a16="http://schemas.microsoft.com/office/drawing/2014/main" id="{CAACA0B5-0B2E-4825-8C2A-75B6F6BA090F}"/>
              </a:ext>
            </a:extLst>
          </p:cNvPr>
          <p:cNvSpPr/>
          <p:nvPr userDrawn="1"/>
        </p:nvSpPr>
        <p:spPr>
          <a:xfrm rot="480000">
            <a:off x="9232190" y="646983"/>
            <a:ext cx="2383200" cy="2916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26" name="Rectángulo 25">
            <a:extLst>
              <a:ext uri="{FF2B5EF4-FFF2-40B4-BE49-F238E27FC236}">
                <a16:creationId xmlns:a16="http://schemas.microsoft.com/office/drawing/2014/main" id="{F3BF2554-A8F7-476A-899C-37087B53173B}"/>
              </a:ext>
            </a:extLst>
          </p:cNvPr>
          <p:cNvSpPr/>
          <p:nvPr userDrawn="1"/>
        </p:nvSpPr>
        <p:spPr>
          <a:xfrm rot="480000">
            <a:off x="4356989" y="881716"/>
            <a:ext cx="2383200" cy="29160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25" name="Rectángulo 24">
            <a:extLst>
              <a:ext uri="{FF2B5EF4-FFF2-40B4-BE49-F238E27FC236}">
                <a16:creationId xmlns:a16="http://schemas.microsoft.com/office/drawing/2014/main" id="{C8CB4721-960B-4064-BF4F-7833E4113085}"/>
              </a:ext>
            </a:extLst>
          </p:cNvPr>
          <p:cNvSpPr/>
          <p:nvPr userDrawn="1"/>
        </p:nvSpPr>
        <p:spPr>
          <a:xfrm rot="21180000">
            <a:off x="644890" y="1540327"/>
            <a:ext cx="3312000" cy="4024800"/>
          </a:xfrm>
          <a:prstGeom prst="rect">
            <a:avLst/>
          </a:prstGeom>
          <a:solidFill>
            <a:schemeClr val="bg2">
              <a:alpha val="50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Avenir Next" panose="020B0503020202020204" pitchFamily="34" charset="0"/>
            </a:endParaRPr>
          </a:p>
        </p:txBody>
      </p:sp>
      <p:sp>
        <p:nvSpPr>
          <p:cNvPr id="18" name="Marcador de posición de imagen 18">
            <a:extLst>
              <a:ext uri="{FF2B5EF4-FFF2-40B4-BE49-F238E27FC236}">
                <a16:creationId xmlns:a16="http://schemas.microsoft.com/office/drawing/2014/main" id="{8AE405FB-107A-4B40-A50E-797338973F78}"/>
              </a:ext>
            </a:extLst>
          </p:cNvPr>
          <p:cNvSpPr>
            <a:spLocks noGrp="1" noChangeAspect="1"/>
          </p:cNvSpPr>
          <p:nvPr>
            <p:ph type="pic" sz="quarter" idx="16"/>
          </p:nvPr>
        </p:nvSpPr>
        <p:spPr>
          <a:xfrm rot="485471">
            <a:off x="4536983" y="1061716"/>
            <a:ext cx="2023213" cy="2556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21" name="Marcador de texto 9">
            <a:extLst>
              <a:ext uri="{FF2B5EF4-FFF2-40B4-BE49-F238E27FC236}">
                <a16:creationId xmlns:a16="http://schemas.microsoft.com/office/drawing/2014/main" id="{D855963D-16D9-4300-B7F7-FEAF17EAE16A}"/>
              </a:ext>
            </a:extLst>
          </p:cNvPr>
          <p:cNvSpPr>
            <a:spLocks noGrp="1"/>
          </p:cNvSpPr>
          <p:nvPr>
            <p:ph type="body" sz="quarter" idx="17" hasCustomPrompt="1"/>
          </p:nvPr>
        </p:nvSpPr>
        <p:spPr>
          <a:xfrm rot="480000">
            <a:off x="4380518" y="3168507"/>
            <a:ext cx="2023200" cy="435600"/>
          </a:xfrm>
          <a:solidFill>
            <a:schemeClr val="tx2"/>
          </a:solidFill>
          <a:ln>
            <a:solidFill>
              <a:schemeClr val="tx2"/>
            </a:solidFill>
          </a:ln>
        </p:spPr>
        <p:txBody>
          <a:bodyPr tIns="900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endParaRPr lang="es-ES" noProof="0" dirty="0"/>
          </a:p>
        </p:txBody>
      </p:sp>
      <p:sp>
        <p:nvSpPr>
          <p:cNvPr id="20" name="Marcador de posición de imagen 18">
            <a:extLst>
              <a:ext uri="{FF2B5EF4-FFF2-40B4-BE49-F238E27FC236}">
                <a16:creationId xmlns:a16="http://schemas.microsoft.com/office/drawing/2014/main" id="{AEF9667F-F674-47F4-8CFF-B609D1B0C199}"/>
              </a:ext>
            </a:extLst>
          </p:cNvPr>
          <p:cNvSpPr>
            <a:spLocks noGrp="1" noChangeAspect="1"/>
          </p:cNvSpPr>
          <p:nvPr>
            <p:ph type="pic" sz="quarter" idx="18"/>
          </p:nvPr>
        </p:nvSpPr>
        <p:spPr>
          <a:xfrm rot="485471">
            <a:off x="9412184" y="826983"/>
            <a:ext cx="2023213" cy="255600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22" name="Marcador de texto 9">
            <a:extLst>
              <a:ext uri="{FF2B5EF4-FFF2-40B4-BE49-F238E27FC236}">
                <a16:creationId xmlns:a16="http://schemas.microsoft.com/office/drawing/2014/main" id="{B6FAB013-D91A-425B-8080-8E5FF6E6DF3F}"/>
              </a:ext>
            </a:extLst>
          </p:cNvPr>
          <p:cNvSpPr>
            <a:spLocks noGrp="1"/>
          </p:cNvSpPr>
          <p:nvPr>
            <p:ph type="body" sz="quarter" idx="19" hasCustomPrompt="1"/>
          </p:nvPr>
        </p:nvSpPr>
        <p:spPr>
          <a:xfrm rot="480000">
            <a:off x="9260695" y="2942630"/>
            <a:ext cx="2023200" cy="435600"/>
          </a:xfrm>
          <a:solidFill>
            <a:schemeClr val="tx2"/>
          </a:solidFill>
          <a:ln>
            <a:solidFill>
              <a:schemeClr val="tx2"/>
            </a:solidFill>
          </a:ln>
        </p:spPr>
        <p:txBody>
          <a:bodyPr tIns="900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endParaRPr lang="es-ES" noProof="0" dirty="0"/>
          </a:p>
        </p:txBody>
      </p:sp>
      <p:sp>
        <p:nvSpPr>
          <p:cNvPr id="24" name="Marcador de posición de imagen 18">
            <a:extLst>
              <a:ext uri="{FF2B5EF4-FFF2-40B4-BE49-F238E27FC236}">
                <a16:creationId xmlns:a16="http://schemas.microsoft.com/office/drawing/2014/main" id="{12647944-F02F-43F8-AE48-3D5D949BB7AD}"/>
              </a:ext>
            </a:extLst>
          </p:cNvPr>
          <p:cNvSpPr>
            <a:spLocks noGrp="1" noChangeAspect="1"/>
          </p:cNvSpPr>
          <p:nvPr>
            <p:ph type="pic" sz="quarter" idx="20"/>
          </p:nvPr>
        </p:nvSpPr>
        <p:spPr>
          <a:xfrm rot="21180000">
            <a:off x="7126613" y="3507636"/>
            <a:ext cx="1633741" cy="2063966"/>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28" name="Marcador de texto 9">
            <a:extLst>
              <a:ext uri="{FF2B5EF4-FFF2-40B4-BE49-F238E27FC236}">
                <a16:creationId xmlns:a16="http://schemas.microsoft.com/office/drawing/2014/main" id="{6222B6A9-3769-4F8B-9FFD-1EA45AC5F8FF}"/>
              </a:ext>
            </a:extLst>
          </p:cNvPr>
          <p:cNvSpPr>
            <a:spLocks noGrp="1"/>
          </p:cNvSpPr>
          <p:nvPr>
            <p:ph type="body" sz="quarter" idx="21" hasCustomPrompt="1"/>
          </p:nvPr>
        </p:nvSpPr>
        <p:spPr>
          <a:xfrm rot="21180000">
            <a:off x="7241006" y="5136252"/>
            <a:ext cx="1599419" cy="435600"/>
          </a:xfrm>
          <a:solidFill>
            <a:schemeClr val="tx2"/>
          </a:solidFill>
          <a:ln>
            <a:solidFill>
              <a:schemeClr val="tx2"/>
            </a:solidFill>
          </a:ln>
        </p:spPr>
        <p:txBody>
          <a:bodyPr tIns="900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endParaRPr lang="es-ES" noProof="0" dirty="0"/>
          </a:p>
        </p:txBody>
      </p:sp>
      <p:sp>
        <p:nvSpPr>
          <p:cNvPr id="33" name="Marcador de posición de imagen 18">
            <a:extLst>
              <a:ext uri="{FF2B5EF4-FFF2-40B4-BE49-F238E27FC236}">
                <a16:creationId xmlns:a16="http://schemas.microsoft.com/office/drawing/2014/main" id="{6104E1B6-C4EE-47AC-9D22-30F85451F65B}"/>
              </a:ext>
            </a:extLst>
          </p:cNvPr>
          <p:cNvSpPr>
            <a:spLocks noGrp="1"/>
          </p:cNvSpPr>
          <p:nvPr>
            <p:ph type="pic" sz="quarter" idx="15"/>
          </p:nvPr>
        </p:nvSpPr>
        <p:spPr>
          <a:xfrm rot="21180000">
            <a:off x="825019" y="1720712"/>
            <a:ext cx="2951742" cy="3664030"/>
          </a:xfrm>
          <a:solidFill>
            <a:schemeClr val="bg1"/>
          </a:solidFill>
          <a:ln w="38100">
            <a:solidFill>
              <a:schemeClr val="tx2"/>
            </a:solidFill>
          </a:ln>
        </p:spPr>
        <p:txBody>
          <a:bodyPr rtlCol="0" anchor="ctr" anchorCtr="0">
            <a:normAutofit/>
          </a:bodyPr>
          <a:lstStyle>
            <a:lvl1pPr marL="0" indent="0" algn="ctr">
              <a:buNone/>
              <a:defRPr sz="1800">
                <a:latin typeface="+mn-lt"/>
              </a:defRPr>
            </a:lvl1pPr>
          </a:lstStyle>
          <a:p>
            <a:pPr rtl="0"/>
            <a:r>
              <a:rPr lang="es-ES" noProof="0" dirty="0"/>
              <a:t>Haga clic en el icono para agregar una imagen</a:t>
            </a:r>
          </a:p>
        </p:txBody>
      </p:sp>
      <p:sp>
        <p:nvSpPr>
          <p:cNvPr id="34" name="Marcador de texto 9">
            <a:extLst>
              <a:ext uri="{FF2B5EF4-FFF2-40B4-BE49-F238E27FC236}">
                <a16:creationId xmlns:a16="http://schemas.microsoft.com/office/drawing/2014/main" id="{312A0BA8-F9C1-4FCD-B229-4142A97F310E}"/>
              </a:ext>
            </a:extLst>
          </p:cNvPr>
          <p:cNvSpPr>
            <a:spLocks noGrp="1"/>
          </p:cNvSpPr>
          <p:nvPr>
            <p:ph type="body" sz="quarter" idx="13" hasCustomPrompt="1"/>
          </p:nvPr>
        </p:nvSpPr>
        <p:spPr>
          <a:xfrm rot="21180000">
            <a:off x="1021079" y="4950554"/>
            <a:ext cx="2952000" cy="435600"/>
          </a:xfrm>
          <a:solidFill>
            <a:schemeClr val="tx2"/>
          </a:solidFill>
          <a:ln>
            <a:solidFill>
              <a:schemeClr val="tx2"/>
            </a:solidFill>
          </a:ln>
        </p:spPr>
        <p:txBody>
          <a:bodyPr tIns="90000" rtlCol="0" anchor="ctr" anchorCtr="0">
            <a:noAutofit/>
          </a:bodyPr>
          <a:lstStyle>
            <a:lvl1pPr marL="0" indent="0" algn="ctr">
              <a:buNone/>
              <a:defRPr sz="1700" i="0">
                <a:solidFill>
                  <a:schemeClr val="bg1"/>
                </a:solidFill>
                <a:latin typeface="+mn-lt"/>
              </a:defRPr>
            </a:lvl1pPr>
            <a:lvl2pPr marL="457200" indent="0">
              <a:buNone/>
              <a:defRPr sz="3100" i="1">
                <a:solidFill>
                  <a:schemeClr val="bg1"/>
                </a:solidFill>
              </a:defRPr>
            </a:lvl2pPr>
            <a:lvl3pPr marL="914400" indent="0">
              <a:buNone/>
              <a:defRPr sz="3100" i="1">
                <a:solidFill>
                  <a:schemeClr val="bg1"/>
                </a:solidFill>
              </a:defRPr>
            </a:lvl3pPr>
            <a:lvl4pPr marL="1371600" indent="0">
              <a:buNone/>
              <a:defRPr sz="3100" i="1">
                <a:solidFill>
                  <a:schemeClr val="bg1"/>
                </a:solidFill>
              </a:defRPr>
            </a:lvl4pPr>
            <a:lvl5pPr marL="1828800" indent="0">
              <a:buNone/>
              <a:defRPr sz="3100" i="1">
                <a:solidFill>
                  <a:schemeClr val="bg1"/>
                </a:solidFill>
              </a:defRPr>
            </a:lvl5pPr>
          </a:lstStyle>
          <a:p>
            <a:pPr lvl="0" rtl="0"/>
            <a:r>
              <a:rPr lang="es-ES" noProof="0" dirty="0" err="1"/>
              <a:t>Lorem</a:t>
            </a:r>
            <a:r>
              <a:rPr lang="es-ES" noProof="0" dirty="0"/>
              <a:t> </a:t>
            </a:r>
            <a:r>
              <a:rPr lang="es-ES" noProof="0" dirty="0" err="1"/>
              <a:t>Ipsum</a:t>
            </a:r>
            <a:endParaRPr lang="es-ES" noProof="0" dirty="0"/>
          </a:p>
        </p:txBody>
      </p:sp>
      <p:sp>
        <p:nvSpPr>
          <p:cNvPr id="3" name="Marcador de fecha 2">
            <a:extLst>
              <a:ext uri="{FF2B5EF4-FFF2-40B4-BE49-F238E27FC236}">
                <a16:creationId xmlns:a16="http://schemas.microsoft.com/office/drawing/2014/main" id="{80ADAE1F-9601-4D36-92AD-39FC61FFE890}"/>
              </a:ext>
            </a:extLst>
          </p:cNvPr>
          <p:cNvSpPr>
            <a:spLocks noGrp="1"/>
          </p:cNvSpPr>
          <p:nvPr>
            <p:ph type="dt" sz="half" idx="22"/>
          </p:nvPr>
        </p:nvSpPr>
        <p:spPr/>
        <p:txBody>
          <a:bodyPr rtlCol="0"/>
          <a:lstStyle/>
          <a:p>
            <a:pPr rtl="0"/>
            <a:fld id="{6354435C-E925-417A-985C-AAF72831B42E}" type="datetime1">
              <a:rPr lang="es-ES" noProof="0" smtClean="0"/>
              <a:t>30/09/2025</a:t>
            </a:fld>
            <a:endParaRPr lang="es-ES" noProof="0" dirty="0"/>
          </a:p>
        </p:txBody>
      </p:sp>
      <p:sp>
        <p:nvSpPr>
          <p:cNvPr id="7" name="Marcador de pie de página 6">
            <a:extLst>
              <a:ext uri="{FF2B5EF4-FFF2-40B4-BE49-F238E27FC236}">
                <a16:creationId xmlns:a16="http://schemas.microsoft.com/office/drawing/2014/main" id="{B2A6F66B-9F88-4199-BE43-1E75D7A776D3}"/>
              </a:ext>
            </a:extLst>
          </p:cNvPr>
          <p:cNvSpPr>
            <a:spLocks noGrp="1"/>
          </p:cNvSpPr>
          <p:nvPr>
            <p:ph type="ftr" sz="quarter" idx="23"/>
          </p:nvPr>
        </p:nvSpPr>
        <p:spPr/>
        <p:txBody>
          <a:bodyPr rtlCol="0"/>
          <a:lstStyle/>
          <a:p>
            <a:pPr rtl="0"/>
            <a:endParaRPr lang="es-ES" noProof="0" dirty="0"/>
          </a:p>
        </p:txBody>
      </p:sp>
      <p:sp>
        <p:nvSpPr>
          <p:cNvPr id="8" name="Marcador de número de diapositiva 7">
            <a:extLst>
              <a:ext uri="{FF2B5EF4-FFF2-40B4-BE49-F238E27FC236}">
                <a16:creationId xmlns:a16="http://schemas.microsoft.com/office/drawing/2014/main" id="{589C6A14-9861-4474-BF1A-D09B4DC1F2C2}"/>
              </a:ext>
            </a:extLst>
          </p:cNvPr>
          <p:cNvSpPr>
            <a:spLocks noGrp="1"/>
          </p:cNvSpPr>
          <p:nvPr>
            <p:ph type="sldNum" sz="quarter" idx="24"/>
          </p:nvPr>
        </p:nvSpPr>
        <p:spPr/>
        <p:txBody>
          <a:bodyPr rtlCol="0"/>
          <a:lstStyle/>
          <a:p>
            <a:pPr rtl="0"/>
            <a:fld id="{FC88C861-00C2-4CF5-8B41-5862B306817B}" type="slidenum">
              <a:rPr lang="es-ES" noProof="0" smtClean="0"/>
              <a:pPr rtl="0"/>
              <a:t>‹Nº›</a:t>
            </a:fld>
            <a:endParaRPr lang="es-ES" noProof="0" dirty="0"/>
          </a:p>
        </p:txBody>
      </p:sp>
    </p:spTree>
    <p:extLst>
      <p:ext uri="{BB962C8B-B14F-4D97-AF65-F5344CB8AC3E}">
        <p14:creationId xmlns:p14="http://schemas.microsoft.com/office/powerpoint/2010/main" val="89255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011F02B-5561-4780-94BD-7B07B64A15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posición de texto 2">
            <a:extLst>
              <a:ext uri="{FF2B5EF4-FFF2-40B4-BE49-F238E27FC236}">
                <a16:creationId xmlns:a16="http://schemas.microsoft.com/office/drawing/2014/main" id="{314B1403-C8D7-40A4-8518-4E685CCB9F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a:extLst>
              <a:ext uri="{FF2B5EF4-FFF2-40B4-BE49-F238E27FC236}">
                <a16:creationId xmlns:a16="http://schemas.microsoft.com/office/drawing/2014/main" id="{3ACE5A59-E301-4458-B28D-1BC49F20EA20}"/>
              </a:ext>
            </a:extLst>
          </p:cNvPr>
          <p:cNvSpPr>
            <a:spLocks noGrp="1"/>
          </p:cNvSpPr>
          <p:nvPr>
            <p:ph type="dt" sz="half" idx="2"/>
          </p:nvPr>
        </p:nvSpPr>
        <p:spPr>
          <a:xfrm>
            <a:off x="3228474" y="635143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A4F9B94A-7744-48A9-BEC4-134E1578845B}" type="datetime1">
              <a:rPr lang="es-ES" noProof="0" smtClean="0"/>
              <a:t>30/09/2025</a:t>
            </a:fld>
            <a:endParaRPr lang="es-ES" noProof="0" dirty="0"/>
          </a:p>
        </p:txBody>
      </p:sp>
      <p:sp>
        <p:nvSpPr>
          <p:cNvPr id="5" name="Marcador de pie de página 4">
            <a:extLst>
              <a:ext uri="{FF2B5EF4-FFF2-40B4-BE49-F238E27FC236}">
                <a16:creationId xmlns:a16="http://schemas.microsoft.com/office/drawing/2014/main" id="{980B3C16-2C31-4895-BB59-D136E169B1A2}"/>
              </a:ext>
            </a:extLst>
          </p:cNvPr>
          <p:cNvSpPr>
            <a:spLocks noGrp="1"/>
          </p:cNvSpPr>
          <p:nvPr>
            <p:ph type="ftr" sz="quarter" idx="3"/>
          </p:nvPr>
        </p:nvSpPr>
        <p:spPr>
          <a:xfrm>
            <a:off x="6428874" y="635143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posición de número de diapositiva 5">
            <a:extLst>
              <a:ext uri="{FF2B5EF4-FFF2-40B4-BE49-F238E27FC236}">
                <a16:creationId xmlns:a16="http://schemas.microsoft.com/office/drawing/2014/main" id="{97461643-4994-4FE8-BAB1-7FE45001406F}"/>
              </a:ext>
            </a:extLst>
          </p:cNvPr>
          <p:cNvSpPr>
            <a:spLocks noGrp="1"/>
          </p:cNvSpPr>
          <p:nvPr>
            <p:ph type="sldNum" sz="quarter" idx="4"/>
          </p:nvPr>
        </p:nvSpPr>
        <p:spPr>
          <a:xfrm>
            <a:off x="10956758" y="6210000"/>
            <a:ext cx="1235242" cy="648000"/>
          </a:xfrm>
          <a:prstGeom prst="rect">
            <a:avLst/>
          </a:prstGeom>
          <a:noFill/>
        </p:spPr>
        <p:txBody>
          <a:bodyPr vert="horz" lIns="91440" tIns="45720" rIns="91440" bIns="45720" rtlCol="0" anchor="ctr"/>
          <a:lstStyle>
            <a:lvl1pPr algn="ctr">
              <a:defRPr sz="1800" b="0">
                <a:solidFill>
                  <a:schemeClr val="bg1"/>
                </a:solidFill>
                <a:latin typeface="+mj-lt"/>
              </a:defRPr>
            </a:lvl1pPr>
          </a:lstStyle>
          <a:p>
            <a:pPr rtl="0"/>
            <a:fld id="{FC88C861-00C2-4CF5-8B41-5862B306817B}" type="slidenum">
              <a:rPr lang="es-ES" noProof="0" smtClean="0"/>
              <a:pPr rtl="0"/>
              <a:t>‹Nº›</a:t>
            </a:fld>
            <a:endParaRPr lang="es-ES" noProof="0" dirty="0"/>
          </a:p>
        </p:txBody>
      </p:sp>
    </p:spTree>
    <p:extLst>
      <p:ext uri="{BB962C8B-B14F-4D97-AF65-F5344CB8AC3E}">
        <p14:creationId xmlns:p14="http://schemas.microsoft.com/office/powerpoint/2010/main" val="2671489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9" r:id="rId4"/>
    <p:sldLayoutId id="2147483660" r:id="rId5"/>
    <p:sldLayoutId id="2147483661" r:id="rId6"/>
    <p:sldLayoutId id="2147483662" r:id="rId7"/>
  </p:sldLayoutIdLst>
  <p:hf hdr="0" ftr="0" dt="0"/>
  <p:txStyles>
    <p:titleStyle>
      <a:lvl1pPr algn="l" defTabSz="914400"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hyperlink" Target="https://www.artpartner.com/artists/beauty/lucia-pica/"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1.jpeg"/><Relationship Id="rId4" Type="http://schemas.openxmlformats.org/officeDocument/2006/relationships/image" Target="../media/image10.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rgamino: horizontal 3">
            <a:extLst>
              <a:ext uri="{FF2B5EF4-FFF2-40B4-BE49-F238E27FC236}">
                <a16:creationId xmlns:a16="http://schemas.microsoft.com/office/drawing/2014/main" id="{23FAE896-3A6E-46FF-98EE-5E035C147923}"/>
              </a:ext>
            </a:extLst>
          </p:cNvPr>
          <p:cNvSpPr/>
          <p:nvPr/>
        </p:nvSpPr>
        <p:spPr>
          <a:xfrm>
            <a:off x="1258752" y="709067"/>
            <a:ext cx="10183529" cy="6012001"/>
          </a:xfrm>
          <a:prstGeom prst="horizontalScroll">
            <a:avLst/>
          </a:prstGeom>
          <a:solidFill>
            <a:schemeClr val="accent6">
              <a:lumMod val="50000"/>
            </a:schemeClr>
          </a:solidFill>
          <a:ln w="76200">
            <a:solidFill>
              <a:schemeClr val="accent4">
                <a:lumMod val="75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s-ES" b="1" dirty="0">
                <a:solidFill>
                  <a:schemeClr val="bg1">
                    <a:lumMod val="50000"/>
                  </a:schemeClr>
                </a:solidFill>
                <a:latin typeface="Calibri" panose="020F0502020204030204" pitchFamily="34" charset="0"/>
              </a:rPr>
              <a:t>UNIVERSIDAD COMPLUTENSE DE MADRID </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FACULTAD DE CIENCIAS DE LA INFORMACIÓN </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MÁSTER EN COMUNICACIÓN SOCIAL </a:t>
            </a:r>
          </a:p>
          <a:p>
            <a:pPr algn="ctr"/>
            <a:r>
              <a:rPr lang="es-ES" b="1" dirty="0">
                <a:solidFill>
                  <a:schemeClr val="bg1">
                    <a:lumMod val="50000"/>
                  </a:schemeClr>
                </a:solidFill>
                <a:latin typeface="Calibri" panose="020F0502020204030204" pitchFamily="34" charset="0"/>
              </a:rPr>
              <a:t> </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TRABAJO</a:t>
            </a:r>
            <a:r>
              <a:rPr lang="es-ES" dirty="0">
                <a:solidFill>
                  <a:schemeClr val="bg1">
                    <a:lumMod val="50000"/>
                  </a:schemeClr>
                </a:solidFill>
                <a:latin typeface="Calibri" panose="020F0502020204030204" pitchFamily="34" charset="0"/>
              </a:rPr>
              <a:t> </a:t>
            </a:r>
            <a:r>
              <a:rPr lang="es-ES" b="1" dirty="0">
                <a:solidFill>
                  <a:schemeClr val="bg1">
                    <a:lumMod val="50000"/>
                  </a:schemeClr>
                </a:solidFill>
                <a:latin typeface="Calibri" panose="020F0502020204030204" pitchFamily="34" charset="0"/>
              </a:rPr>
              <a:t>PERSONAL</a:t>
            </a:r>
          </a:p>
          <a:p>
            <a:pPr algn="ctr"/>
            <a:r>
              <a:rPr lang="es-ES" b="1" dirty="0">
                <a:solidFill>
                  <a:schemeClr val="bg1">
                    <a:lumMod val="50000"/>
                  </a:schemeClr>
                </a:solidFill>
                <a:latin typeface="Calibri" panose="020F0502020204030204" pitchFamily="34" charset="0"/>
              </a:rPr>
              <a:t>ANÁLISIS DE UNA FOTOGRAFÍA</a:t>
            </a:r>
          </a:p>
          <a:p>
            <a:pPr algn="ct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REALIZADO POR </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ILEANA DE LAS MERCEDES ADUM RODRÍGUEZ </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MATERIA </a:t>
            </a:r>
            <a:br>
              <a:rPr lang="es-ES" b="1"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DOCUMENTACIÓN AUDIOVISUAL </a:t>
            </a:r>
            <a:br>
              <a:rPr lang="es-ES" b="1"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PERSPECTIVAS Y MÉTODOS (CLASES TEÓRICAS Y/O PRÁCTICAS)</a:t>
            </a:r>
            <a:br>
              <a:rPr lang="es-ES" b="1"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(GRUPO A)</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PROFESORA </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ALICIA PARRAS PARRAS</a:t>
            </a:r>
            <a:br>
              <a:rPr lang="es-ES" dirty="0">
                <a:solidFill>
                  <a:schemeClr val="bg1">
                    <a:lumMod val="50000"/>
                  </a:schemeClr>
                </a:solidFill>
                <a:latin typeface="Calibri" panose="020F0502020204030204" pitchFamily="34" charset="0"/>
              </a:rPr>
            </a:br>
            <a:r>
              <a:rPr lang="es-ES" b="1" dirty="0">
                <a:solidFill>
                  <a:schemeClr val="bg1">
                    <a:lumMod val="50000"/>
                  </a:schemeClr>
                </a:solidFill>
                <a:latin typeface="Calibri" panose="020F0502020204030204" pitchFamily="34" charset="0"/>
              </a:rPr>
              <a:t>2022 </a:t>
            </a:r>
            <a:endParaRPr lang="es-ES" dirty="0">
              <a:solidFill>
                <a:schemeClr val="bg1">
                  <a:lumMod val="50000"/>
                </a:schemeClr>
              </a:solidFill>
            </a:endParaRPr>
          </a:p>
        </p:txBody>
      </p:sp>
      <p:pic>
        <p:nvPicPr>
          <p:cNvPr id="5" name="Imagen 4">
            <a:extLst>
              <a:ext uri="{FF2B5EF4-FFF2-40B4-BE49-F238E27FC236}">
                <a16:creationId xmlns:a16="http://schemas.microsoft.com/office/drawing/2014/main" id="{E2740483-088C-4077-ACD7-C4140BD29BA3}"/>
              </a:ext>
            </a:extLst>
          </p:cNvPr>
          <p:cNvPicPr>
            <a:picLocks noChangeAspect="1"/>
          </p:cNvPicPr>
          <p:nvPr/>
        </p:nvPicPr>
        <p:blipFill>
          <a:blip r:embed="rId3"/>
          <a:stretch>
            <a:fillRect/>
          </a:stretch>
        </p:blipFill>
        <p:spPr>
          <a:xfrm>
            <a:off x="3878981" y="0"/>
            <a:ext cx="2471535" cy="1414908"/>
          </a:xfrm>
          <a:prstGeom prst="rect">
            <a:avLst/>
          </a:prstGeom>
        </p:spPr>
      </p:pic>
      <p:pic>
        <p:nvPicPr>
          <p:cNvPr id="7" name="Imagen 6">
            <a:extLst>
              <a:ext uri="{FF2B5EF4-FFF2-40B4-BE49-F238E27FC236}">
                <a16:creationId xmlns:a16="http://schemas.microsoft.com/office/drawing/2014/main" id="{BDB24D6E-03AD-471A-A8C8-0A4EEB55F1D1}"/>
              </a:ext>
            </a:extLst>
          </p:cNvPr>
          <p:cNvPicPr>
            <a:picLocks noChangeAspect="1"/>
          </p:cNvPicPr>
          <p:nvPr/>
        </p:nvPicPr>
        <p:blipFill>
          <a:blip r:embed="rId4"/>
          <a:stretch>
            <a:fillRect/>
          </a:stretch>
        </p:blipFill>
        <p:spPr>
          <a:xfrm>
            <a:off x="6350516" y="0"/>
            <a:ext cx="2204185" cy="1419113"/>
          </a:xfrm>
          <a:prstGeom prst="rect">
            <a:avLst/>
          </a:prstGeom>
        </p:spPr>
      </p:pic>
    </p:spTree>
    <p:extLst>
      <p:ext uri="{BB962C8B-B14F-4D97-AF65-F5344CB8AC3E}">
        <p14:creationId xmlns:p14="http://schemas.microsoft.com/office/powerpoint/2010/main" val="163414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67A13E5-3784-438F-B16D-C73D062BD16A}"/>
              </a:ext>
            </a:extLst>
          </p:cNvPr>
          <p:cNvSpPr>
            <a:spLocks noGrp="1"/>
          </p:cNvSpPr>
          <p:nvPr>
            <p:ph type="title"/>
          </p:nvPr>
        </p:nvSpPr>
        <p:spPr/>
        <p:txBody>
          <a:bodyPr rtlCol="0"/>
          <a:lstStyle/>
          <a:p>
            <a:pPr rtl="0"/>
            <a:r>
              <a:rPr lang="es-ES" dirty="0"/>
              <a:t>Título de la diapositiva 5</a:t>
            </a:r>
          </a:p>
        </p:txBody>
      </p:sp>
      <p:sp>
        <p:nvSpPr>
          <p:cNvPr id="5" name="Marcador de texto 4">
            <a:extLst>
              <a:ext uri="{FF2B5EF4-FFF2-40B4-BE49-F238E27FC236}">
                <a16:creationId xmlns:a16="http://schemas.microsoft.com/office/drawing/2014/main" id="{9F9B4E4D-DD95-4509-85EE-521F242470BE}"/>
              </a:ext>
            </a:extLst>
          </p:cNvPr>
          <p:cNvSpPr>
            <a:spLocks noGrp="1"/>
          </p:cNvSpPr>
          <p:nvPr>
            <p:ph type="body" sz="quarter" idx="13"/>
          </p:nvPr>
        </p:nvSpPr>
        <p:spPr>
          <a:xfrm>
            <a:off x="0" y="5889805"/>
            <a:ext cx="4023360" cy="954465"/>
          </a:xfrm>
          <a:solidFill>
            <a:schemeClr val="tx1">
              <a:lumMod val="95000"/>
              <a:lumOff val="5000"/>
            </a:schemeClr>
          </a:solidFill>
        </p:spPr>
        <p:txBody>
          <a:bodyPr rtlCol="0"/>
          <a:lstStyle/>
          <a:p>
            <a:pPr rtl="0"/>
            <a:r>
              <a:rPr lang="es-ES" sz="3600" dirty="0">
                <a:solidFill>
                  <a:schemeClr val="accent6">
                    <a:lumMod val="60000"/>
                    <a:lumOff val="40000"/>
                  </a:schemeClr>
                </a:solidFill>
              </a:rPr>
              <a:t>art partner</a:t>
            </a:r>
          </a:p>
          <a:p>
            <a:pPr rtl="0"/>
            <a:r>
              <a:rPr lang="es-ES" sz="3600" dirty="0">
                <a:solidFill>
                  <a:schemeClr val="accent6">
                    <a:lumMod val="60000"/>
                    <a:lumOff val="40000"/>
                  </a:schemeClr>
                </a:solidFill>
              </a:rPr>
              <a:t>LUCÍA PICA</a:t>
            </a:r>
          </a:p>
        </p:txBody>
      </p:sp>
      <p:sp>
        <p:nvSpPr>
          <p:cNvPr id="3" name="Marcador de número de diapositiva 2">
            <a:extLst>
              <a:ext uri="{FF2B5EF4-FFF2-40B4-BE49-F238E27FC236}">
                <a16:creationId xmlns:a16="http://schemas.microsoft.com/office/drawing/2014/main" id="{E11B2CE9-3DFF-4C63-B2BB-1B9EFF7209F2}"/>
              </a:ext>
            </a:extLst>
          </p:cNvPr>
          <p:cNvSpPr>
            <a:spLocks noGrp="1"/>
          </p:cNvSpPr>
          <p:nvPr>
            <p:ph type="sldNum" sz="quarter" idx="18"/>
          </p:nvPr>
        </p:nvSpPr>
        <p:spPr/>
        <p:txBody>
          <a:bodyPr rtlCol="0"/>
          <a:lstStyle/>
          <a:p>
            <a:pPr rtl="0"/>
            <a:fld id="{FC88C861-00C2-4CF5-8B41-5862B306817B}" type="slidenum">
              <a:rPr lang="es-ES" smtClean="0"/>
              <a:pPr rtl="0"/>
              <a:t>2</a:t>
            </a:fld>
            <a:endParaRPr lang="es-ES" dirty="0"/>
          </a:p>
        </p:txBody>
      </p:sp>
      <p:sp>
        <p:nvSpPr>
          <p:cNvPr id="13" name="Rectangle 1">
            <a:extLst>
              <a:ext uri="{FF2B5EF4-FFF2-40B4-BE49-F238E27FC236}">
                <a16:creationId xmlns:a16="http://schemas.microsoft.com/office/drawing/2014/main" id="{9083D7FF-91B9-4034-B412-4BC762B4EC4E}"/>
              </a:ext>
            </a:extLst>
          </p:cNvPr>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444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400" b="0" i="0" u="none" strike="noStrike" cap="none" normalizeH="0" baseline="0" dirty="0">
                <a:ln>
                  <a:noFill/>
                </a:ln>
                <a:solidFill>
                  <a:srgbClr val="000000"/>
                </a:solidFill>
                <a:effectLst/>
                <a:latin typeface="inherit"/>
                <a:hlinkClick r:id="rId3"/>
              </a:rPr>
              <a:t>Lucía Pica</a:t>
            </a:r>
            <a:endParaRPr kumimoji="0" lang="es-ES" altLang="es-ES" sz="2400" b="0" i="0" u="none" strike="noStrike" cap="none" normalizeH="0" baseline="0" dirty="0">
              <a:ln>
                <a:noFill/>
              </a:ln>
              <a:solidFill>
                <a:srgbClr val="000000"/>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14" name="Rectangle 2">
            <a:extLst>
              <a:ext uri="{FF2B5EF4-FFF2-40B4-BE49-F238E27FC236}">
                <a16:creationId xmlns:a16="http://schemas.microsoft.com/office/drawing/2014/main" id="{22A712BA-14CB-483E-BC83-5CB2B90805D2}"/>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dirty="0"/>
          </a:p>
        </p:txBody>
      </p:sp>
      <p:pic>
        <p:nvPicPr>
          <p:cNvPr id="12" name="Marcador de posición de imagen 11">
            <a:extLst>
              <a:ext uri="{FF2B5EF4-FFF2-40B4-BE49-F238E27FC236}">
                <a16:creationId xmlns:a16="http://schemas.microsoft.com/office/drawing/2014/main" id="{5B264E1E-ED50-4E80-8316-7C6581ACE6D9}"/>
              </a:ext>
            </a:extLst>
          </p:cNvPr>
          <p:cNvPicPr>
            <a:picLocks noGrp="1" noChangeAspect="1"/>
          </p:cNvPicPr>
          <p:nvPr>
            <p:ph type="pic" sz="quarter" idx="15"/>
          </p:nvPr>
        </p:nvPicPr>
        <p:blipFill>
          <a:blip r:embed="rId4"/>
          <a:srcRect t="3994" b="3994"/>
          <a:stretch>
            <a:fillRect/>
          </a:stretch>
        </p:blipFill>
        <p:spPr>
          <a:xfrm>
            <a:off x="7430704" y="240633"/>
            <a:ext cx="4658628" cy="6462427"/>
          </a:xfrm>
          <a:prstGeom prst="rect">
            <a:avLst/>
          </a:prstGeom>
          <a:ln w="228600" cap="sq" cmpd="thickThin">
            <a:solidFill>
              <a:schemeClr val="tx2">
                <a:lumMod val="50000"/>
                <a:lumOff val="50000"/>
              </a:schemeClr>
            </a:solidFill>
            <a:prstDash val="solid"/>
            <a:miter lim="800000"/>
          </a:ln>
          <a:effectLst>
            <a:innerShdw blurRad="76200">
              <a:srgbClr val="000000"/>
            </a:innerShdw>
          </a:effectLst>
        </p:spPr>
      </p:pic>
      <p:pic>
        <p:nvPicPr>
          <p:cNvPr id="2051" name="Picture 3" descr="https://www.artpartner.com/propeller/uploads/2018/07/LP-650x649.jpg">
            <a:extLst>
              <a:ext uri="{FF2B5EF4-FFF2-40B4-BE49-F238E27FC236}">
                <a16:creationId xmlns:a16="http://schemas.microsoft.com/office/drawing/2014/main" id="{C87D9014-F38B-4585-8055-59F60ABA1B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7246" y="436066"/>
            <a:ext cx="2377441" cy="6080238"/>
          </a:xfrm>
          <a:prstGeom prst="rect">
            <a:avLst/>
          </a:prstGeom>
          <a:solidFill>
            <a:srgbClr val="000000">
              <a:shade val="95000"/>
            </a:srgbClr>
          </a:solidFill>
          <a:ln w="444500" cap="sq">
            <a:solidFill>
              <a:schemeClr val="accent6">
                <a:lumMod val="50000"/>
              </a:schemeClr>
            </a:solidFill>
            <a:miter lim="800000"/>
          </a:ln>
          <a:effectLst>
            <a:outerShdw blurRad="254000" dist="190500" dir="2700000" sy="90000" algn="bl" rotWithShape="0">
              <a:srgbClr val="000000">
                <a:alpha val="40000"/>
              </a:srgbClr>
            </a:outerShdw>
          </a:effectLst>
        </p:spPr>
      </p:pic>
      <p:sp>
        <p:nvSpPr>
          <p:cNvPr id="6" name="Marcador de texto 5">
            <a:extLst>
              <a:ext uri="{FF2B5EF4-FFF2-40B4-BE49-F238E27FC236}">
                <a16:creationId xmlns:a16="http://schemas.microsoft.com/office/drawing/2014/main" id="{ECD458D4-7E83-496E-8DB7-39A0E9442754}"/>
              </a:ext>
            </a:extLst>
          </p:cNvPr>
          <p:cNvSpPr>
            <a:spLocks noGrp="1"/>
          </p:cNvSpPr>
          <p:nvPr>
            <p:ph type="body" sz="quarter" idx="14"/>
          </p:nvPr>
        </p:nvSpPr>
        <p:spPr>
          <a:xfrm>
            <a:off x="0" y="13730"/>
            <a:ext cx="4897365" cy="5909838"/>
          </a:xfrm>
          <a:prstGeom prst="flowChartMagneticTape">
            <a:avLst/>
          </a:prstGeom>
          <a:solidFill>
            <a:schemeClr val="accent4">
              <a:lumMod val="75000"/>
            </a:schemeClr>
          </a:solidFill>
          <a:ln w="76200">
            <a:solidFill>
              <a:srgbClr val="7030A0"/>
            </a:solidFill>
          </a:ln>
        </p:spPr>
        <p:txBody>
          <a:bodyPr numCol="2" rtlCol="0"/>
          <a:lstStyle/>
          <a:p>
            <a:pPr>
              <a:lnSpc>
                <a:spcPct val="100000"/>
              </a:lnSpc>
            </a:pPr>
            <a:r>
              <a:rPr lang="es-ES" sz="1000" b="1" dirty="0">
                <a:solidFill>
                  <a:schemeClr val="tx2">
                    <a:lumMod val="75000"/>
                    <a:lumOff val="25000"/>
                  </a:schemeClr>
                </a:solidFill>
                <a:latin typeface="Agency FB" panose="020B0503020202020204" pitchFamily="34" charset="0"/>
              </a:rPr>
              <a:t>Lucía Pica</a:t>
            </a:r>
          </a:p>
          <a:p>
            <a:pPr>
              <a:lnSpc>
                <a:spcPct val="100000"/>
              </a:lnSpc>
            </a:pPr>
            <a:r>
              <a:rPr lang="es-ES" sz="1000" b="1" dirty="0">
                <a:solidFill>
                  <a:schemeClr val="tx2">
                    <a:lumMod val="75000"/>
                    <a:lumOff val="25000"/>
                  </a:schemeClr>
                </a:solidFill>
                <a:latin typeface="Agency FB" panose="020B0503020202020204" pitchFamily="34" charset="0"/>
              </a:rPr>
              <a:t>Sobre el artista</a:t>
            </a:r>
          </a:p>
          <a:p>
            <a:pPr>
              <a:lnSpc>
                <a:spcPct val="100000"/>
              </a:lnSpc>
            </a:pPr>
            <a:r>
              <a:rPr lang="es-ES" sz="1000" b="1" dirty="0">
                <a:solidFill>
                  <a:schemeClr val="tx2">
                    <a:lumMod val="75000"/>
                    <a:lumOff val="25000"/>
                  </a:schemeClr>
                </a:solidFill>
                <a:latin typeface="Agency FB" panose="020B0503020202020204" pitchFamily="34" charset="0"/>
              </a:rPr>
              <a:t>Nacida en Nápoles, Italia, Lucia Pica se mudó a Londres hace más de dos décadas para perseguir el sueño de ser maquilladora, donde rápidamente ascendió de rango. A menudo se la elogia por su uso innovador de las paletas de colores y su visión completamente moderna de la belleza, así como por su talento para crear looks naturales, frescos y una piel increíblemente húmeda.</a:t>
            </a:r>
          </a:p>
          <a:p>
            <a:pPr>
              <a:lnSpc>
                <a:spcPct val="100000"/>
              </a:lnSpc>
            </a:pPr>
            <a:endParaRPr lang="es-ES" sz="1000" b="1" dirty="0">
              <a:solidFill>
                <a:schemeClr val="tx2">
                  <a:lumMod val="75000"/>
                  <a:lumOff val="25000"/>
                </a:schemeClr>
              </a:solidFill>
              <a:latin typeface="Agency FB" panose="020B0503020202020204" pitchFamily="34" charset="0"/>
            </a:endParaRPr>
          </a:p>
          <a:p>
            <a:pPr>
              <a:lnSpc>
                <a:spcPct val="100000"/>
              </a:lnSpc>
            </a:pPr>
            <a:r>
              <a:rPr lang="es-ES" sz="1000" b="1" dirty="0">
                <a:solidFill>
                  <a:schemeClr val="tx2">
                    <a:lumMod val="75000"/>
                    <a:lumOff val="25000"/>
                  </a:schemeClr>
                </a:solidFill>
                <a:latin typeface="Agency FB" panose="020B0503020202020204" pitchFamily="34" charset="0"/>
              </a:rPr>
              <a:t>Pica ha sido la diseñadora creativa global de maquillaje y color de CHANEL durante seis años. Ha sido responsable del desarrollo de nuevos productos para la línea de belleza, además de participar en la creación de campañas de belleza y looks de pasarela de CHANEL.</a:t>
            </a:r>
          </a:p>
          <a:p>
            <a:pPr>
              <a:lnSpc>
                <a:spcPct val="100000"/>
              </a:lnSpc>
            </a:pPr>
            <a:endParaRPr lang="es-ES" sz="1000" b="1" dirty="0">
              <a:solidFill>
                <a:schemeClr val="tx2">
                  <a:lumMod val="75000"/>
                  <a:lumOff val="25000"/>
                </a:schemeClr>
              </a:solidFill>
              <a:latin typeface="Agency FB" panose="020B0503020202020204" pitchFamily="34" charset="0"/>
            </a:endParaRPr>
          </a:p>
          <a:p>
            <a:pPr>
              <a:lnSpc>
                <a:spcPct val="100000"/>
              </a:lnSpc>
            </a:pPr>
            <a:r>
              <a:rPr lang="es-ES" sz="1000" b="1" dirty="0">
                <a:solidFill>
                  <a:schemeClr val="tx2">
                    <a:lumMod val="75000"/>
                    <a:lumOff val="25000"/>
                  </a:schemeClr>
                </a:solidFill>
                <a:latin typeface="Agency FB" panose="020B0503020202020204" pitchFamily="34" charset="0"/>
              </a:rPr>
              <a:t>Sus relaciones de larga data con prestigiosos socios editoriales incluyen British Vogue, Vogue Paris, Vogue Italia, Interview, Dazed, Self Service, iD y W Magazine. Ha colaborado con fotógrafos como Karim Sadli, Alasdair McLellan, Juergen Teller, Steven Meisel, Zoë Ghertner, Harley Weir, Mario Sorrenti, Jamie Hawkesworth, Glen Luchford y Craig McDean, entre otros.</a:t>
            </a:r>
          </a:p>
          <a:p>
            <a:pPr>
              <a:lnSpc>
                <a:spcPct val="100000"/>
              </a:lnSpc>
            </a:pPr>
            <a:endParaRPr lang="es-ES" sz="1000" b="1" dirty="0">
              <a:solidFill>
                <a:schemeClr val="tx2">
                  <a:lumMod val="75000"/>
                  <a:lumOff val="25000"/>
                </a:schemeClr>
              </a:solidFill>
              <a:latin typeface="Agency FB" panose="020B0503020202020204" pitchFamily="34" charset="0"/>
            </a:endParaRPr>
          </a:p>
          <a:p>
            <a:pPr>
              <a:lnSpc>
                <a:spcPct val="100000"/>
              </a:lnSpc>
            </a:pPr>
            <a:r>
              <a:rPr lang="es-ES" sz="1000" b="1" dirty="0">
                <a:solidFill>
                  <a:schemeClr val="tx2">
                    <a:lumMod val="75000"/>
                    <a:lumOff val="25000"/>
                  </a:schemeClr>
                </a:solidFill>
                <a:latin typeface="Agency FB" panose="020B0503020202020204" pitchFamily="34" charset="0"/>
              </a:rPr>
              <a:t>Ella representa a la próxima generación de maquilladores que son conocidos tanto por su influencia en la cultura como por su apariencia distintiva.</a:t>
            </a:r>
          </a:p>
          <a:p>
            <a:pPr>
              <a:lnSpc>
                <a:spcPct val="100000"/>
              </a:lnSpc>
            </a:pPr>
            <a:endParaRPr lang="es-ES" sz="1000" b="1" dirty="0">
              <a:solidFill>
                <a:schemeClr val="tx2">
                  <a:lumMod val="75000"/>
                  <a:lumOff val="25000"/>
                </a:schemeClr>
              </a:solidFill>
              <a:latin typeface="Agency FB" panose="020B0503020202020204" pitchFamily="34" charset="0"/>
            </a:endParaRPr>
          </a:p>
          <a:p>
            <a:pPr>
              <a:lnSpc>
                <a:spcPct val="100000"/>
              </a:lnSpc>
            </a:pPr>
            <a:r>
              <a:rPr lang="es-ES" sz="1000" b="1" dirty="0">
                <a:solidFill>
                  <a:schemeClr val="tx2">
                    <a:lumMod val="75000"/>
                    <a:lumOff val="25000"/>
                  </a:schemeClr>
                </a:solidFill>
                <a:latin typeface="Agency FB" panose="020B0503020202020204" pitchFamily="34" charset="0"/>
              </a:rPr>
              <a:t>Pica ha sido honrada como Business of Fashion 500 todos los años desde 2015.</a:t>
            </a:r>
          </a:p>
        </p:txBody>
      </p:sp>
    </p:spTree>
    <p:extLst>
      <p:ext uri="{BB962C8B-B14F-4D97-AF65-F5344CB8AC3E}">
        <p14:creationId xmlns:p14="http://schemas.microsoft.com/office/powerpoint/2010/main" val="3008415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BCCD883-AB70-4ECB-8C93-81B837A5ACE8}"/>
              </a:ext>
            </a:extLst>
          </p:cNvPr>
          <p:cNvSpPr>
            <a:spLocks noGrp="1"/>
          </p:cNvSpPr>
          <p:nvPr>
            <p:ph type="title"/>
          </p:nvPr>
        </p:nvSpPr>
        <p:spPr>
          <a:solidFill>
            <a:srgbClr val="FF0000">
              <a:alpha val="75000"/>
            </a:srgbClr>
          </a:solidFill>
          <a:ln w="76200">
            <a:solidFill>
              <a:schemeClr val="accent6">
                <a:lumMod val="60000"/>
                <a:lumOff val="40000"/>
              </a:schemeClr>
            </a:solidFill>
          </a:ln>
        </p:spPr>
        <p:txBody>
          <a:bodyPr rtlCol="0"/>
          <a:lstStyle/>
          <a:p>
            <a:pPr rtl="0"/>
            <a:r>
              <a:rPr lang="es-ES" b="1" i="1" dirty="0">
                <a:solidFill>
                  <a:srgbClr val="7030A0"/>
                </a:solidFill>
                <a:latin typeface="Algerian" panose="04020705040A02060702" pitchFamily="82" charset="0"/>
              </a:rPr>
              <a:t>                                     ANÁLISIS DE LA FOTOGRAFÍA</a:t>
            </a:r>
          </a:p>
        </p:txBody>
      </p:sp>
      <p:sp>
        <p:nvSpPr>
          <p:cNvPr id="23" name="Marcador de posición de imagen 22" descr="Marcador de posición de imagen">
            <a:extLst>
              <a:ext uri="{FF2B5EF4-FFF2-40B4-BE49-F238E27FC236}">
                <a16:creationId xmlns:a16="http://schemas.microsoft.com/office/drawing/2014/main" id="{5FE789EA-BE60-4E56-893D-0BC8046CF2C1}"/>
              </a:ext>
            </a:extLst>
          </p:cNvPr>
          <p:cNvSpPr>
            <a:spLocks noGrp="1"/>
          </p:cNvSpPr>
          <p:nvPr>
            <p:ph type="pic" sz="quarter" idx="15"/>
          </p:nvPr>
        </p:nvSpPr>
        <p:spPr>
          <a:xfrm rot="21180000">
            <a:off x="1114085" y="1495929"/>
            <a:ext cx="2792604" cy="3528000"/>
          </a:xfrm>
        </p:spPr>
      </p:sp>
      <p:sp>
        <p:nvSpPr>
          <p:cNvPr id="5" name="Marcador de texto 4">
            <a:extLst>
              <a:ext uri="{FF2B5EF4-FFF2-40B4-BE49-F238E27FC236}">
                <a16:creationId xmlns:a16="http://schemas.microsoft.com/office/drawing/2014/main" id="{145668D2-E6C2-4EB0-98F5-E64776A0EA4C}"/>
              </a:ext>
            </a:extLst>
          </p:cNvPr>
          <p:cNvSpPr>
            <a:spLocks noGrp="1"/>
          </p:cNvSpPr>
          <p:nvPr>
            <p:ph type="body" sz="quarter" idx="13"/>
          </p:nvPr>
        </p:nvSpPr>
        <p:spPr>
          <a:xfrm rot="21180000">
            <a:off x="1135147" y="4985519"/>
            <a:ext cx="3330943" cy="1150214"/>
          </a:xfrm>
          <a:prstGeom prst="flowChartMagneticDisk">
            <a:avLst/>
          </a:prstGeom>
          <a:solidFill>
            <a:schemeClr val="accent4">
              <a:lumMod val="75000"/>
            </a:schemeClr>
          </a:solidFill>
          <a:ln w="76200">
            <a:solidFill>
              <a:schemeClr val="accent4">
                <a:lumMod val="60000"/>
                <a:lumOff val="40000"/>
              </a:schemeClr>
            </a:solidFill>
          </a:ln>
        </p:spPr>
        <p:txBody>
          <a:bodyPr rtlCol="0"/>
          <a:lstStyle/>
          <a:p>
            <a:endParaRPr lang="es-ES" sz="1800" b="1" dirty="0">
              <a:solidFill>
                <a:schemeClr val="tx2">
                  <a:lumMod val="50000"/>
                  <a:lumOff val="50000"/>
                </a:schemeClr>
              </a:solidFill>
              <a:latin typeface="Algerian" panose="04020705040A02060702" pitchFamily="82" charset="0"/>
            </a:endParaRPr>
          </a:p>
          <a:p>
            <a:r>
              <a:rPr lang="es-ES" sz="1800" b="1" dirty="0">
                <a:solidFill>
                  <a:schemeClr val="tx2">
                    <a:lumMod val="50000"/>
                    <a:lumOff val="50000"/>
                  </a:schemeClr>
                </a:solidFill>
                <a:latin typeface="Algerian" panose="04020705040A02060702" pitchFamily="82" charset="0"/>
              </a:rPr>
              <a:t>1.- NIVEL FORMAL O MORFOLÓGICO</a:t>
            </a:r>
          </a:p>
          <a:p>
            <a:pPr rtl="0"/>
            <a:endParaRPr lang="es-ES" dirty="0"/>
          </a:p>
        </p:txBody>
      </p:sp>
      <p:sp>
        <p:nvSpPr>
          <p:cNvPr id="8" name="Marcador de texto 7">
            <a:extLst>
              <a:ext uri="{FF2B5EF4-FFF2-40B4-BE49-F238E27FC236}">
                <a16:creationId xmlns:a16="http://schemas.microsoft.com/office/drawing/2014/main" id="{F9987226-C662-40DA-B828-CFB52722DF40}"/>
              </a:ext>
            </a:extLst>
          </p:cNvPr>
          <p:cNvSpPr>
            <a:spLocks noGrp="1"/>
          </p:cNvSpPr>
          <p:nvPr>
            <p:ph type="body" sz="quarter" idx="18"/>
          </p:nvPr>
        </p:nvSpPr>
        <p:spPr>
          <a:xfrm>
            <a:off x="4523764" y="4786835"/>
            <a:ext cx="3144474" cy="1277081"/>
          </a:xfrm>
          <a:prstGeom prst="flowChartOnlineStorage">
            <a:avLst/>
          </a:prstGeom>
          <a:solidFill>
            <a:schemeClr val="accent6">
              <a:lumMod val="50000"/>
            </a:schemeClr>
          </a:solidFill>
          <a:ln w="76200">
            <a:solidFill>
              <a:schemeClr val="accent6">
                <a:lumMod val="40000"/>
                <a:lumOff val="60000"/>
              </a:schemeClr>
            </a:solidFill>
          </a:ln>
        </p:spPr>
        <p:txBody>
          <a:bodyPr rtlCol="0"/>
          <a:lstStyle/>
          <a:p>
            <a:pPr rtl="0"/>
            <a:r>
              <a:rPr lang="es-ES" sz="2400" dirty="0">
                <a:solidFill>
                  <a:schemeClr val="accent6">
                    <a:lumMod val="20000"/>
                    <a:lumOff val="80000"/>
                  </a:schemeClr>
                </a:solidFill>
                <a:latin typeface="Algerian" panose="04020705040A02060702" pitchFamily="82" charset="0"/>
              </a:rPr>
              <a:t>2.-DENOTACIÓN</a:t>
            </a:r>
          </a:p>
        </p:txBody>
      </p:sp>
      <p:sp>
        <p:nvSpPr>
          <p:cNvPr id="6" name="Marcador de texto 5">
            <a:extLst>
              <a:ext uri="{FF2B5EF4-FFF2-40B4-BE49-F238E27FC236}">
                <a16:creationId xmlns:a16="http://schemas.microsoft.com/office/drawing/2014/main" id="{4CF0FB58-456E-4727-91AD-7CF892A79F9D}"/>
              </a:ext>
            </a:extLst>
          </p:cNvPr>
          <p:cNvSpPr>
            <a:spLocks noGrp="1"/>
          </p:cNvSpPr>
          <p:nvPr>
            <p:ph type="body" sz="quarter" idx="14"/>
          </p:nvPr>
        </p:nvSpPr>
        <p:spPr>
          <a:xfrm rot="420000">
            <a:off x="8404761" y="4429155"/>
            <a:ext cx="2737571" cy="1850463"/>
          </a:xfrm>
          <a:prstGeom prst="flowChartMultidocument">
            <a:avLst/>
          </a:prstGeom>
          <a:solidFill>
            <a:schemeClr val="accent3">
              <a:lumMod val="50000"/>
            </a:schemeClr>
          </a:solidFill>
          <a:ln w="76200">
            <a:solidFill>
              <a:schemeClr val="accent3">
                <a:lumMod val="60000"/>
                <a:lumOff val="40000"/>
              </a:schemeClr>
            </a:solidFill>
          </a:ln>
        </p:spPr>
        <p:txBody>
          <a:bodyPr rtlCol="0"/>
          <a:lstStyle/>
          <a:p>
            <a:pPr rtl="0"/>
            <a:r>
              <a:rPr lang="es-ES" sz="2400" dirty="0">
                <a:latin typeface="Algerian" panose="04020705040A02060702" pitchFamily="82" charset="0"/>
              </a:rPr>
              <a:t>3.- CONNOTACIÓN</a:t>
            </a:r>
          </a:p>
        </p:txBody>
      </p:sp>
      <p:sp>
        <p:nvSpPr>
          <p:cNvPr id="9" name="Marcador de número de diapositiva 8">
            <a:extLst>
              <a:ext uri="{FF2B5EF4-FFF2-40B4-BE49-F238E27FC236}">
                <a16:creationId xmlns:a16="http://schemas.microsoft.com/office/drawing/2014/main" id="{A1F7B565-68EE-44B2-B2B5-A65E354095F5}"/>
              </a:ext>
            </a:extLst>
          </p:cNvPr>
          <p:cNvSpPr>
            <a:spLocks noGrp="1"/>
          </p:cNvSpPr>
          <p:nvPr>
            <p:ph type="sldNum" sz="quarter" idx="21"/>
          </p:nvPr>
        </p:nvSpPr>
        <p:spPr/>
        <p:txBody>
          <a:bodyPr rtlCol="0"/>
          <a:lstStyle/>
          <a:p>
            <a:pPr rtl="0"/>
            <a:fld id="{FC88C861-00C2-4CF5-8B41-5862B306817B}" type="slidenum">
              <a:rPr lang="es-ES" smtClean="0"/>
              <a:pPr rtl="0"/>
              <a:t>3</a:t>
            </a:fld>
            <a:endParaRPr lang="es-ES" dirty="0"/>
          </a:p>
        </p:txBody>
      </p:sp>
      <p:sp>
        <p:nvSpPr>
          <p:cNvPr id="10" name="CuadroTexto 9">
            <a:extLst>
              <a:ext uri="{FF2B5EF4-FFF2-40B4-BE49-F238E27FC236}">
                <a16:creationId xmlns:a16="http://schemas.microsoft.com/office/drawing/2014/main" id="{49DE5CD0-8562-4435-8331-D0DBAFBC2409}"/>
              </a:ext>
            </a:extLst>
          </p:cNvPr>
          <p:cNvSpPr txBox="1"/>
          <p:nvPr/>
        </p:nvSpPr>
        <p:spPr>
          <a:xfrm rot="21180876">
            <a:off x="790115" y="851352"/>
            <a:ext cx="3333247" cy="4223206"/>
          </a:xfrm>
          <a:prstGeom prst="bevel">
            <a:avLst/>
          </a:prstGeom>
          <a:solidFill>
            <a:schemeClr val="tx2">
              <a:lumMod val="75000"/>
              <a:lumOff val="25000"/>
            </a:schemeClr>
          </a:solidFill>
          <a:ln w="76200">
            <a:solidFill>
              <a:schemeClr val="accent3">
                <a:lumMod val="60000"/>
                <a:lumOff val="40000"/>
              </a:schemeClr>
            </a:solidFill>
          </a:ln>
        </p:spPr>
        <p:txBody>
          <a:bodyPr wrap="square" rtlCol="0">
            <a:spAutoFit/>
          </a:bodyPr>
          <a:lstStyle/>
          <a:p>
            <a:endParaRPr lang="es-ES" dirty="0"/>
          </a:p>
          <a:p>
            <a:endParaRPr lang="es-ES" sz="1400" dirty="0"/>
          </a:p>
          <a:p>
            <a:r>
              <a:rPr lang="es-ES" sz="1100" dirty="0">
                <a:solidFill>
                  <a:schemeClr val="accent6">
                    <a:lumMod val="60000"/>
                    <a:lumOff val="40000"/>
                  </a:schemeClr>
                </a:solidFill>
                <a:latin typeface="Algerian" panose="04020705040A02060702" pitchFamily="82" charset="0"/>
              </a:rPr>
              <a:t>FECHA: 5 DE OCTUBRE 2022</a:t>
            </a:r>
          </a:p>
          <a:p>
            <a:r>
              <a:rPr lang="es-ES" sz="1100" dirty="0">
                <a:solidFill>
                  <a:schemeClr val="accent6">
                    <a:lumMod val="60000"/>
                    <a:lumOff val="40000"/>
                  </a:schemeClr>
                </a:solidFill>
                <a:latin typeface="Algerian" panose="04020705040A02060702" pitchFamily="82" charset="0"/>
              </a:rPr>
              <a:t>AUTOR: ART PARTNER</a:t>
            </a:r>
          </a:p>
          <a:p>
            <a:r>
              <a:rPr lang="es-ES" sz="1100" dirty="0">
                <a:solidFill>
                  <a:schemeClr val="accent6">
                    <a:lumMod val="60000"/>
                    <a:lumOff val="40000"/>
                  </a:schemeClr>
                </a:solidFill>
                <a:latin typeface="Algerian" panose="04020705040A02060702" pitchFamily="82" charset="0"/>
              </a:rPr>
              <a:t>MAQUILLAJE DE: LUCÍA PICA</a:t>
            </a:r>
          </a:p>
          <a:p>
            <a:r>
              <a:rPr lang="es-ES" sz="1100" dirty="0">
                <a:solidFill>
                  <a:schemeClr val="accent6">
                    <a:lumMod val="60000"/>
                    <a:lumOff val="40000"/>
                  </a:schemeClr>
                </a:solidFill>
                <a:latin typeface="Algerian" panose="04020705040A02060702" pitchFamily="82" charset="0"/>
              </a:rPr>
              <a:t>@LUCIAPICAOFFICIAL</a:t>
            </a:r>
          </a:p>
          <a:p>
            <a:r>
              <a:rPr lang="es-ES" sz="1100" dirty="0">
                <a:solidFill>
                  <a:schemeClr val="accent6">
                    <a:lumMod val="60000"/>
                    <a:lumOff val="40000"/>
                  </a:schemeClr>
                </a:solidFill>
                <a:latin typeface="Algerian" panose="04020705040A02060702" pitchFamily="82" charset="0"/>
              </a:rPr>
              <a:t>FOTOGRAFIA POR: JACK DAVISON @JACKDAVISONFHOTO</a:t>
            </a:r>
          </a:p>
          <a:p>
            <a:r>
              <a:rPr lang="es-ES" sz="1100" dirty="0">
                <a:solidFill>
                  <a:schemeClr val="accent6">
                    <a:lumMod val="60000"/>
                    <a:lumOff val="40000"/>
                  </a:schemeClr>
                </a:solidFill>
                <a:latin typeface="Algerian" panose="04020705040A02060702" pitchFamily="82" charset="0"/>
              </a:rPr>
              <a:t>SOPORTE: DIGITAL</a:t>
            </a:r>
          </a:p>
          <a:p>
            <a:r>
              <a:rPr lang="es-ES" sz="1100" dirty="0">
                <a:solidFill>
                  <a:schemeClr val="accent6">
                    <a:lumMod val="60000"/>
                    <a:lumOff val="40000"/>
                  </a:schemeClr>
                </a:solidFill>
                <a:latin typeface="Algerian" panose="04020705040A02060702" pitchFamily="82" charset="0"/>
              </a:rPr>
              <a:t>FORMATO: COLOR</a:t>
            </a:r>
          </a:p>
          <a:p>
            <a:r>
              <a:rPr lang="es-ES" sz="1100" dirty="0">
                <a:solidFill>
                  <a:schemeClr val="accent6">
                    <a:lumMod val="60000"/>
                    <a:lumOff val="40000"/>
                  </a:schemeClr>
                </a:solidFill>
                <a:latin typeface="Algerian" panose="04020705040A02060702" pitchFamily="82" charset="0"/>
              </a:rPr>
              <a:t>TIPO DE PLANO: PLANO DETALLE</a:t>
            </a:r>
          </a:p>
          <a:p>
            <a:r>
              <a:rPr lang="es-ES" sz="1100" dirty="0">
                <a:solidFill>
                  <a:schemeClr val="accent6">
                    <a:lumMod val="60000"/>
                    <a:lumOff val="40000"/>
                  </a:schemeClr>
                </a:solidFill>
                <a:latin typeface="Algerian" panose="04020705040A02060702" pitchFamily="82" charset="0"/>
              </a:rPr>
              <a:t>ÒPTICA: OBJETIVO MACRO</a:t>
            </a:r>
          </a:p>
          <a:p>
            <a:r>
              <a:rPr lang="es-ES" sz="1100" dirty="0">
                <a:solidFill>
                  <a:schemeClr val="accent6">
                    <a:lumMod val="60000"/>
                    <a:lumOff val="40000"/>
                  </a:schemeClr>
                </a:solidFill>
                <a:latin typeface="Algerian" panose="04020705040A02060702" pitchFamily="82" charset="0"/>
              </a:rPr>
              <a:t>LUZ ARTIFICIAL</a:t>
            </a:r>
          </a:p>
          <a:p>
            <a:r>
              <a:rPr lang="es-ES" sz="1100" dirty="0">
                <a:solidFill>
                  <a:schemeClr val="accent6">
                    <a:lumMod val="60000"/>
                    <a:lumOff val="40000"/>
                  </a:schemeClr>
                </a:solidFill>
                <a:latin typeface="Algerian" panose="04020705040A02060702" pitchFamily="82" charset="0"/>
              </a:rPr>
              <a:t>A COLOR</a:t>
            </a:r>
          </a:p>
          <a:p>
            <a:r>
              <a:rPr lang="es-ES" sz="1100" dirty="0">
                <a:solidFill>
                  <a:schemeClr val="accent6">
                    <a:lumMod val="60000"/>
                    <a:lumOff val="40000"/>
                  </a:schemeClr>
                </a:solidFill>
                <a:latin typeface="Algerian" panose="04020705040A02060702" pitchFamily="82" charset="0"/>
              </a:rPr>
              <a:t>PUNTO DE VISTA: CENTRADO</a:t>
            </a:r>
          </a:p>
          <a:p>
            <a:r>
              <a:rPr lang="es-ES" sz="1100" dirty="0">
                <a:solidFill>
                  <a:schemeClr val="accent6">
                    <a:lumMod val="60000"/>
                    <a:lumOff val="40000"/>
                  </a:schemeClr>
                </a:solidFill>
                <a:latin typeface="Algerian" panose="04020705040A02060702" pitchFamily="82" charset="0"/>
              </a:rPr>
              <a:t>ESTRUCTURA FORMAL: RETRATO ARTISTICO</a:t>
            </a:r>
          </a:p>
          <a:p>
            <a:endParaRPr lang="es-ES" dirty="0"/>
          </a:p>
        </p:txBody>
      </p:sp>
      <p:sp>
        <p:nvSpPr>
          <p:cNvPr id="12" name="CuadroTexto 11">
            <a:extLst>
              <a:ext uri="{FF2B5EF4-FFF2-40B4-BE49-F238E27FC236}">
                <a16:creationId xmlns:a16="http://schemas.microsoft.com/office/drawing/2014/main" id="{BE173615-2E8E-48A2-A551-2C3A5472C335}"/>
              </a:ext>
            </a:extLst>
          </p:cNvPr>
          <p:cNvSpPr txBox="1"/>
          <p:nvPr/>
        </p:nvSpPr>
        <p:spPr>
          <a:xfrm>
            <a:off x="4523765" y="2745455"/>
            <a:ext cx="3144473" cy="1895296"/>
          </a:xfrm>
          <a:prstGeom prst="flowChartCollate">
            <a:avLst/>
          </a:prstGeom>
          <a:solidFill>
            <a:schemeClr val="accent6">
              <a:lumMod val="75000"/>
            </a:schemeClr>
          </a:solidFill>
          <a:ln w="76200">
            <a:solidFill>
              <a:schemeClr val="bg2">
                <a:lumMod val="40000"/>
                <a:lumOff val="60000"/>
              </a:schemeClr>
            </a:solidFill>
          </a:ln>
        </p:spPr>
        <p:txBody>
          <a:bodyPr wrap="square" rtlCol="0">
            <a:spAutoFit/>
          </a:bodyPr>
          <a:lstStyle/>
          <a:p>
            <a:pPr algn="ctr"/>
            <a:r>
              <a:rPr lang="es-ES" sz="1400" dirty="0">
                <a:solidFill>
                  <a:schemeClr val="accent3">
                    <a:lumMod val="50000"/>
                  </a:schemeClr>
                </a:solidFill>
                <a:latin typeface="Algerian" panose="04020705040A02060702" pitchFamily="82" charset="0"/>
              </a:rPr>
              <a:t>MAQUILLAJE DEL OJO INTERSTELLAR ART FASHION</a:t>
            </a:r>
          </a:p>
        </p:txBody>
      </p:sp>
      <p:sp>
        <p:nvSpPr>
          <p:cNvPr id="2" name="Globo: flecha cuádruple 1">
            <a:extLst>
              <a:ext uri="{FF2B5EF4-FFF2-40B4-BE49-F238E27FC236}">
                <a16:creationId xmlns:a16="http://schemas.microsoft.com/office/drawing/2014/main" id="{2446016A-CAC9-498C-87C0-E3FD1F3D5665}"/>
              </a:ext>
            </a:extLst>
          </p:cNvPr>
          <p:cNvSpPr/>
          <p:nvPr/>
        </p:nvSpPr>
        <p:spPr>
          <a:xfrm>
            <a:off x="7668238" y="856586"/>
            <a:ext cx="4622017" cy="3485570"/>
          </a:xfrm>
          <a:prstGeom prst="leftRightArrowCallout">
            <a:avLst/>
          </a:prstGeom>
          <a:solidFill>
            <a:schemeClr val="accent6">
              <a:lumMod val="50000"/>
            </a:schemeClr>
          </a:solidFill>
          <a:ln w="76200">
            <a:solidFill>
              <a:schemeClr val="accent3">
                <a:lumMod val="60000"/>
                <a:lumOff val="40000"/>
              </a:schemeClr>
            </a:solidFill>
          </a:ln>
        </p:spPr>
        <p:txBody>
          <a:bodyPr wrap="square">
            <a:spAutoFit/>
          </a:bodyPr>
          <a:lstStyle/>
          <a:p>
            <a:r>
              <a:rPr lang="es-ES" sz="1050" dirty="0">
                <a:solidFill>
                  <a:srgbClr val="FF00FF"/>
                </a:solidFill>
              </a:rPr>
              <a:t>EL OJO, EL CENTRO DEL UNIVERSO, CON LA MIRADA PENETRANTE, FIRME Y CENTRADA,LO QUE TODO ACONTECE A SU ALREDEDOR, EL OJO QUE TODO LO VE Y QUE TODO LO SABE, SU VERDAD A TRAVES DE LA MIRADA FIJA Y SERENA, HACIA TODO LO QUE COMFORMA  NUESTRO MUNDO, REPRESENTADO ALREDEDOR DE  ESTRELLAS Y  DEL COLOR NEGRO COMO OSCURO DEL ESPACIO INTERSTELLAR CON BRILLOS ESPACIALES  Y DESTELLOS GALACTICOS.DESDE LA PROFUNDIDAD INFINITA DE LA VISIÓN DEL OJO HUMANO, NUESTRO PLANETA TIERRA. TODO LO QUE LE RODEA ES EL UNIVERSO,  POR DESCUBRIR, HACIA UNA NUEVA GLOBALIZACIÓN PLANETARIA,CUYO CENTRO VISUAL ES LA TIERRA.</a:t>
            </a:r>
          </a:p>
        </p:txBody>
      </p:sp>
    </p:spTree>
    <p:extLst>
      <p:ext uri="{BB962C8B-B14F-4D97-AF65-F5344CB8AC3E}">
        <p14:creationId xmlns:p14="http://schemas.microsoft.com/office/powerpoint/2010/main" val="781295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2C9E828E-56F9-4C50-AA56-DBC53A2248D6}"/>
              </a:ext>
            </a:extLst>
          </p:cNvPr>
          <p:cNvSpPr>
            <a:spLocks noGrp="1"/>
          </p:cNvSpPr>
          <p:nvPr>
            <p:ph type="body" sz="quarter" idx="14"/>
          </p:nvPr>
        </p:nvSpPr>
        <p:spPr>
          <a:xfrm>
            <a:off x="1837190" y="1476461"/>
            <a:ext cx="8330268" cy="3482113"/>
          </a:xfrm>
          <a:prstGeom prst="verticalScroll">
            <a:avLst/>
          </a:prstGeom>
          <a:solidFill>
            <a:schemeClr val="bg1">
              <a:lumMod val="85000"/>
            </a:schemeClr>
          </a:solidFill>
          <a:ln w="76200">
            <a:solidFill>
              <a:schemeClr val="bg2">
                <a:lumMod val="60000"/>
                <a:lumOff val="40000"/>
              </a:schemeClr>
            </a:solidFill>
          </a:ln>
        </p:spPr>
        <p:txBody>
          <a:bodyPr rtlCol="0"/>
          <a:lstStyle/>
          <a:p>
            <a:pPr rtl="0"/>
            <a:r>
              <a:rPr lang="es-ES" sz="3600" dirty="0">
                <a:solidFill>
                  <a:schemeClr val="accent5">
                    <a:lumMod val="50000"/>
                  </a:schemeClr>
                </a:solidFill>
                <a:latin typeface="Algerian" panose="04020705040A02060702" pitchFamily="82" charset="0"/>
              </a:rPr>
              <a:t>¡¡¡¡MUCHAS GRACIAS!!!!</a:t>
            </a:r>
          </a:p>
        </p:txBody>
      </p:sp>
      <p:sp>
        <p:nvSpPr>
          <p:cNvPr id="3" name="Marcador de número de diapositiva 2">
            <a:extLst>
              <a:ext uri="{FF2B5EF4-FFF2-40B4-BE49-F238E27FC236}">
                <a16:creationId xmlns:a16="http://schemas.microsoft.com/office/drawing/2014/main" id="{27AD048C-8D1C-4487-8E9B-79CD0EB7ED94}"/>
              </a:ext>
            </a:extLst>
          </p:cNvPr>
          <p:cNvSpPr>
            <a:spLocks noGrp="1"/>
          </p:cNvSpPr>
          <p:nvPr>
            <p:ph type="sldNum" sz="quarter" idx="19"/>
          </p:nvPr>
        </p:nvSpPr>
        <p:spPr/>
        <p:txBody>
          <a:bodyPr rtlCol="0"/>
          <a:lstStyle/>
          <a:p>
            <a:pPr rtl="0"/>
            <a:fld id="{FC88C861-00C2-4CF5-8B41-5862B306817B}" type="slidenum">
              <a:rPr lang="es-ES" smtClean="0"/>
              <a:pPr rtl="0"/>
              <a:t>4</a:t>
            </a:fld>
            <a:endParaRPr lang="es-ES" dirty="0"/>
          </a:p>
        </p:txBody>
      </p:sp>
    </p:spTree>
    <p:extLst>
      <p:ext uri="{BB962C8B-B14F-4D97-AF65-F5344CB8AC3E}">
        <p14:creationId xmlns:p14="http://schemas.microsoft.com/office/powerpoint/2010/main" val="4072515220"/>
      </p:ext>
    </p:extLst>
  </p:cSld>
  <p:clrMapOvr>
    <a:masterClrMapping/>
  </p:clrMapOvr>
</p:sld>
</file>

<file path=ppt/theme/theme1.xml><?xml version="1.0" encoding="utf-8"?>
<a:theme xmlns:a="http://schemas.openxmlformats.org/drawingml/2006/main" name="Tema de Office">
  <a:themeElements>
    <a:clrScheme name="Memorial floral">
      <a:dk1>
        <a:sysClr val="windowText" lastClr="000000"/>
      </a:dk1>
      <a:lt1>
        <a:sysClr val="window" lastClr="FFFFFF"/>
      </a:lt1>
      <a:dk2>
        <a:srgbClr val="062142"/>
      </a:dk2>
      <a:lt2>
        <a:srgbClr val="507D9B"/>
      </a:lt2>
      <a:accent1>
        <a:srgbClr val="83888F"/>
      </a:accent1>
      <a:accent2>
        <a:srgbClr val="CBB9A8"/>
      </a:accent2>
      <a:accent3>
        <a:srgbClr val="593F62"/>
      </a:accent3>
      <a:accent4>
        <a:srgbClr val="FE9F7D"/>
      </a:accent4>
      <a:accent5>
        <a:srgbClr val="B6D094"/>
      </a:accent5>
      <a:accent6>
        <a:srgbClr val="F6511D"/>
      </a:accent6>
      <a:hlink>
        <a:srgbClr val="FFFFFF"/>
      </a:hlink>
      <a:folHlink>
        <a:srgbClr val="FFFFFF"/>
      </a:folHlink>
    </a:clrScheme>
    <a:fontScheme name="Custom 6">
      <a:majorFont>
        <a:latin typeface="Avenir Next"/>
        <a:ea typeface=""/>
        <a:cs typeface=""/>
      </a:majorFont>
      <a:minorFont>
        <a:latin typeface="Avenir N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349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8217186_TF22655773.potx" id="{24BC8C85-E5B7-41FC-A385-AE1D3FFD0A7A}" vid="{F704E345-BD95-4A93-BB0E-F93FC2EF1E3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Álbum de recuerdos floral</Template>
  <TotalTime>0</TotalTime>
  <Words>511</Words>
  <Application>Microsoft Office PowerPoint</Application>
  <PresentationFormat>Panorámica</PresentationFormat>
  <Paragraphs>49</Paragraphs>
  <Slides>4</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vt:i4>
      </vt:variant>
    </vt:vector>
  </HeadingPairs>
  <TitlesOfParts>
    <vt:vector size="11" baseType="lpstr">
      <vt:lpstr>Agency FB</vt:lpstr>
      <vt:lpstr>Algerian</vt:lpstr>
      <vt:lpstr>Arial</vt:lpstr>
      <vt:lpstr>Avenir Next</vt:lpstr>
      <vt:lpstr>Calibri</vt:lpstr>
      <vt:lpstr>inherit</vt:lpstr>
      <vt:lpstr>Tema de Office</vt:lpstr>
      <vt:lpstr>Presentación de PowerPoint</vt:lpstr>
      <vt:lpstr>Título de la diapositiva 5</vt:lpstr>
      <vt:lpstr>                                     ANÁLISIS DE LA FOTOGRAFÍA</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2022-10-20T15:11:40Z</dcterms:created>
  <dcterms:modified xsi:type="dcterms:W3CDTF">2025-09-30T14:49:03Z</dcterms:modified>
</cp:coreProperties>
</file>