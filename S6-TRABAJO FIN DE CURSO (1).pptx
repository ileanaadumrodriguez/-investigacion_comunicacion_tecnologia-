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6" r:id="rId1"/>
  </p:sldMasterIdLst>
  <p:notesMasterIdLst>
    <p:notesMasterId r:id="rId21"/>
  </p:notesMasterIdLst>
  <p:sldIdLst>
    <p:sldId id="281" r:id="rId2"/>
    <p:sldId id="334" r:id="rId3"/>
    <p:sldId id="335" r:id="rId4"/>
    <p:sldId id="333" r:id="rId5"/>
    <p:sldId id="336" r:id="rId6"/>
    <p:sldId id="337" r:id="rId7"/>
    <p:sldId id="315" r:id="rId8"/>
    <p:sldId id="324" r:id="rId9"/>
    <p:sldId id="276" r:id="rId10"/>
    <p:sldId id="326" r:id="rId11"/>
    <p:sldId id="338" r:id="rId12"/>
    <p:sldId id="339" r:id="rId13"/>
    <p:sldId id="340" r:id="rId14"/>
    <p:sldId id="341" r:id="rId15"/>
    <p:sldId id="342" r:id="rId16"/>
    <p:sldId id="344" r:id="rId17"/>
    <p:sldId id="346" r:id="rId18"/>
    <p:sldId id="343" r:id="rId19"/>
    <p:sldId id="345" r:id="rId20"/>
  </p:sldIdLst>
  <p:sldSz cx="9144000" cy="5143500" type="screen16x9"/>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8A1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Estilo claro 2 - Acento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41" autoAdjust="0"/>
    <p:restoredTop sz="94660"/>
  </p:normalViewPr>
  <p:slideViewPr>
    <p:cSldViewPr>
      <p:cViewPr varScale="1">
        <p:scale>
          <a:sx n="56" d="100"/>
          <a:sy n="56" d="100"/>
        </p:scale>
        <p:origin x="942" y="60"/>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9D93EC8-1656-4DF5-A556-575DAE0DFF07}" type="doc">
      <dgm:prSet loTypeId="urn:microsoft.com/office/officeart/2005/8/layout/process4" loCatId="process" qsTypeId="urn:microsoft.com/office/officeart/2005/8/quickstyle/simple3" qsCatId="simple" csTypeId="urn:microsoft.com/office/officeart/2005/8/colors/colorful2" csCatId="colorful" phldr="1"/>
      <dgm:spPr/>
      <dgm:t>
        <a:bodyPr/>
        <a:lstStyle/>
        <a:p>
          <a:endParaRPr lang="es-ES"/>
        </a:p>
      </dgm:t>
    </dgm:pt>
    <dgm:pt modelId="{3AD4772A-3898-48EF-8952-9CDA6213D682}">
      <dgm:prSet phldrT="[Texto]" custT="1"/>
      <dgm:spPr/>
      <dgm:t>
        <a:bodyPr/>
        <a:lstStyle/>
        <a:p>
          <a:r>
            <a:rPr lang="es-ES_tradnl" sz="2000" b="1" dirty="0" smtClean="0"/>
            <a:t>DISEÑO DE LA ACTUACIÓN</a:t>
          </a:r>
          <a:endParaRPr lang="es-ES" sz="2000" b="1" dirty="0"/>
        </a:p>
      </dgm:t>
    </dgm:pt>
    <dgm:pt modelId="{FF37C313-4617-418F-893E-31781CFDC810}" type="parTrans" cxnId="{155834FB-7E42-4B56-A8AA-5970610EA25F}">
      <dgm:prSet/>
      <dgm:spPr/>
      <dgm:t>
        <a:bodyPr/>
        <a:lstStyle/>
        <a:p>
          <a:endParaRPr lang="es-ES" sz="4000"/>
        </a:p>
      </dgm:t>
    </dgm:pt>
    <dgm:pt modelId="{BCE11D15-A66E-4F49-986D-5D0EE87EE13A}" type="sibTrans" cxnId="{155834FB-7E42-4B56-A8AA-5970610EA25F}">
      <dgm:prSet/>
      <dgm:spPr/>
      <dgm:t>
        <a:bodyPr/>
        <a:lstStyle/>
        <a:p>
          <a:endParaRPr lang="es-ES" sz="4000"/>
        </a:p>
      </dgm:t>
    </dgm:pt>
    <dgm:pt modelId="{DBDB5155-A4A5-49F3-905F-75B399D4A4A6}">
      <dgm:prSet phldrT="[Texto]" custT="1"/>
      <dgm:spPr/>
      <dgm:t>
        <a:bodyPr/>
        <a:lstStyle/>
        <a:p>
          <a:r>
            <a:rPr lang="es-ES_tradnl" sz="2000" b="1" dirty="0" smtClean="0"/>
            <a:t>DESARROLLO DE LA ACCIÓN</a:t>
          </a:r>
          <a:endParaRPr lang="es-ES" sz="2000" b="1" dirty="0"/>
        </a:p>
      </dgm:t>
    </dgm:pt>
    <dgm:pt modelId="{89CA6DE4-2C9A-44B7-9427-7FCDD8EDB2B6}" type="parTrans" cxnId="{7608EFCA-FF2A-4E12-B342-C6E4FE1A9627}">
      <dgm:prSet/>
      <dgm:spPr/>
      <dgm:t>
        <a:bodyPr/>
        <a:lstStyle/>
        <a:p>
          <a:endParaRPr lang="es-ES" sz="4000"/>
        </a:p>
      </dgm:t>
    </dgm:pt>
    <dgm:pt modelId="{91AB2A16-D70A-403F-9EA2-C9422ADA7F9D}" type="sibTrans" cxnId="{7608EFCA-FF2A-4E12-B342-C6E4FE1A9627}">
      <dgm:prSet/>
      <dgm:spPr/>
      <dgm:t>
        <a:bodyPr/>
        <a:lstStyle/>
        <a:p>
          <a:endParaRPr lang="es-ES" sz="4000"/>
        </a:p>
      </dgm:t>
    </dgm:pt>
    <dgm:pt modelId="{AA7C1F96-6E1A-47F1-8EC3-9726362E7AC2}">
      <dgm:prSet phldrT="[Texto]" custT="1"/>
      <dgm:spPr/>
      <dgm:t>
        <a:bodyPr/>
        <a:lstStyle/>
        <a:p>
          <a:r>
            <a:rPr lang="es-ES_tradnl" sz="2000" b="1" dirty="0" smtClean="0"/>
            <a:t>SEGUIMIENTO Y CONTROL</a:t>
          </a:r>
          <a:endParaRPr lang="es-ES" sz="2000" b="1" dirty="0"/>
        </a:p>
      </dgm:t>
    </dgm:pt>
    <dgm:pt modelId="{E3587982-BFB2-4B64-87D9-BF14A7F1FA68}" type="parTrans" cxnId="{0727E548-6820-4B71-AA33-AAF06D037494}">
      <dgm:prSet/>
      <dgm:spPr/>
      <dgm:t>
        <a:bodyPr/>
        <a:lstStyle/>
        <a:p>
          <a:endParaRPr lang="es-ES" sz="4000"/>
        </a:p>
      </dgm:t>
    </dgm:pt>
    <dgm:pt modelId="{8B8A5DB5-D3E2-4F2B-9B7B-CB2C9BADD2BB}" type="sibTrans" cxnId="{0727E548-6820-4B71-AA33-AAF06D037494}">
      <dgm:prSet/>
      <dgm:spPr/>
      <dgm:t>
        <a:bodyPr/>
        <a:lstStyle/>
        <a:p>
          <a:endParaRPr lang="es-ES" sz="4000"/>
        </a:p>
      </dgm:t>
    </dgm:pt>
    <dgm:pt modelId="{1FE9D618-4662-461A-9310-8132C3E4F6D8}">
      <dgm:prSet custT="1"/>
      <dgm:spPr/>
      <dgm:t>
        <a:bodyPr/>
        <a:lstStyle/>
        <a:p>
          <a:r>
            <a:rPr lang="es-ES_tradnl" sz="2000" b="1" dirty="0" smtClean="0"/>
            <a:t>DIAGNÓSTICO DE SITUACIÓN</a:t>
          </a:r>
          <a:endParaRPr lang="es-ES" sz="2000" b="1" dirty="0"/>
        </a:p>
      </dgm:t>
    </dgm:pt>
    <dgm:pt modelId="{5F464B91-04EA-4218-9D9A-33A5ABFA4405}" type="parTrans" cxnId="{4E2C216B-3986-493B-9EC9-33D1AE07B17C}">
      <dgm:prSet/>
      <dgm:spPr/>
      <dgm:t>
        <a:bodyPr/>
        <a:lstStyle/>
        <a:p>
          <a:endParaRPr lang="es-ES" sz="4000"/>
        </a:p>
      </dgm:t>
    </dgm:pt>
    <dgm:pt modelId="{AD7F983E-AE9B-459E-98B1-651A0AC75E50}" type="sibTrans" cxnId="{4E2C216B-3986-493B-9EC9-33D1AE07B17C}">
      <dgm:prSet/>
      <dgm:spPr/>
      <dgm:t>
        <a:bodyPr/>
        <a:lstStyle/>
        <a:p>
          <a:endParaRPr lang="es-ES" sz="4000"/>
        </a:p>
      </dgm:t>
    </dgm:pt>
    <dgm:pt modelId="{161BC4EE-96B5-4644-B9ED-75A79B550F6C}">
      <dgm:prSet custT="1"/>
      <dgm:spPr/>
      <dgm:t>
        <a:bodyPr/>
        <a:lstStyle/>
        <a:p>
          <a:r>
            <a:rPr lang="es-ES_tradnl" sz="2000" b="1" dirty="0" smtClean="0"/>
            <a:t>EVALUACIÓN DE RESULTADOS</a:t>
          </a:r>
          <a:endParaRPr lang="es-ES" sz="2000" b="1" dirty="0"/>
        </a:p>
      </dgm:t>
    </dgm:pt>
    <dgm:pt modelId="{14E0C388-D57C-4FC9-B839-58CB1B5A7CF4}" type="parTrans" cxnId="{F95E6AE2-7CAE-4DE7-90A9-0ACE7EA81214}">
      <dgm:prSet/>
      <dgm:spPr/>
      <dgm:t>
        <a:bodyPr/>
        <a:lstStyle/>
        <a:p>
          <a:endParaRPr lang="es-ES" sz="4000"/>
        </a:p>
      </dgm:t>
    </dgm:pt>
    <dgm:pt modelId="{EEB30530-96F3-49DA-89E0-7AB81801B930}" type="sibTrans" cxnId="{F95E6AE2-7CAE-4DE7-90A9-0ACE7EA81214}">
      <dgm:prSet/>
      <dgm:spPr/>
      <dgm:t>
        <a:bodyPr/>
        <a:lstStyle/>
        <a:p>
          <a:endParaRPr lang="es-ES" sz="4000"/>
        </a:p>
      </dgm:t>
    </dgm:pt>
    <dgm:pt modelId="{A13FDA55-F2ED-4FC5-B98B-732D1E8A0E01}" type="pres">
      <dgm:prSet presAssocID="{D9D93EC8-1656-4DF5-A556-575DAE0DFF07}" presName="Name0" presStyleCnt="0">
        <dgm:presLayoutVars>
          <dgm:dir/>
          <dgm:animLvl val="lvl"/>
          <dgm:resizeHandles val="exact"/>
        </dgm:presLayoutVars>
      </dgm:prSet>
      <dgm:spPr/>
      <dgm:t>
        <a:bodyPr/>
        <a:lstStyle/>
        <a:p>
          <a:endParaRPr lang="es-ES"/>
        </a:p>
      </dgm:t>
    </dgm:pt>
    <dgm:pt modelId="{FC11DCE7-24D7-47FF-B5BA-CD2261A92E97}" type="pres">
      <dgm:prSet presAssocID="{161BC4EE-96B5-4644-B9ED-75A79B550F6C}" presName="boxAndChildren" presStyleCnt="0"/>
      <dgm:spPr/>
    </dgm:pt>
    <dgm:pt modelId="{BA52467B-23B3-4EB3-9B62-0691792775DD}" type="pres">
      <dgm:prSet presAssocID="{161BC4EE-96B5-4644-B9ED-75A79B550F6C}" presName="parentTextBox" presStyleLbl="node1" presStyleIdx="0" presStyleCnt="5"/>
      <dgm:spPr/>
      <dgm:t>
        <a:bodyPr/>
        <a:lstStyle/>
        <a:p>
          <a:endParaRPr lang="es-ES"/>
        </a:p>
      </dgm:t>
    </dgm:pt>
    <dgm:pt modelId="{AE59B0A9-DCD9-4ED5-9C4C-58361818B265}" type="pres">
      <dgm:prSet presAssocID="{8B8A5DB5-D3E2-4F2B-9B7B-CB2C9BADD2BB}" presName="sp" presStyleCnt="0"/>
      <dgm:spPr/>
    </dgm:pt>
    <dgm:pt modelId="{4BBE5CD5-BB8B-4B4B-86EA-BBE69FA5E3C5}" type="pres">
      <dgm:prSet presAssocID="{AA7C1F96-6E1A-47F1-8EC3-9726362E7AC2}" presName="arrowAndChildren" presStyleCnt="0"/>
      <dgm:spPr/>
    </dgm:pt>
    <dgm:pt modelId="{24EA468A-669F-4179-A2CA-1C6E9BF9127F}" type="pres">
      <dgm:prSet presAssocID="{AA7C1F96-6E1A-47F1-8EC3-9726362E7AC2}" presName="parentTextArrow" presStyleLbl="node1" presStyleIdx="1" presStyleCnt="5"/>
      <dgm:spPr/>
      <dgm:t>
        <a:bodyPr/>
        <a:lstStyle/>
        <a:p>
          <a:endParaRPr lang="es-ES"/>
        </a:p>
      </dgm:t>
    </dgm:pt>
    <dgm:pt modelId="{09AB9784-2116-4FE7-B2A2-187EF66F7907}" type="pres">
      <dgm:prSet presAssocID="{91AB2A16-D70A-403F-9EA2-C9422ADA7F9D}" presName="sp" presStyleCnt="0"/>
      <dgm:spPr/>
    </dgm:pt>
    <dgm:pt modelId="{7256CD5C-CDAB-47CE-BE9C-09274829F423}" type="pres">
      <dgm:prSet presAssocID="{DBDB5155-A4A5-49F3-905F-75B399D4A4A6}" presName="arrowAndChildren" presStyleCnt="0"/>
      <dgm:spPr/>
    </dgm:pt>
    <dgm:pt modelId="{A59C54E1-BDC3-48CD-B93A-AA4AF7835CB3}" type="pres">
      <dgm:prSet presAssocID="{DBDB5155-A4A5-49F3-905F-75B399D4A4A6}" presName="parentTextArrow" presStyleLbl="node1" presStyleIdx="2" presStyleCnt="5"/>
      <dgm:spPr/>
      <dgm:t>
        <a:bodyPr/>
        <a:lstStyle/>
        <a:p>
          <a:endParaRPr lang="es-ES"/>
        </a:p>
      </dgm:t>
    </dgm:pt>
    <dgm:pt modelId="{AB143D19-2348-4A88-91EE-7F34E1E7E982}" type="pres">
      <dgm:prSet presAssocID="{BCE11D15-A66E-4F49-986D-5D0EE87EE13A}" presName="sp" presStyleCnt="0"/>
      <dgm:spPr/>
    </dgm:pt>
    <dgm:pt modelId="{497B83F8-F96B-43DC-9CBB-F07CF638EF30}" type="pres">
      <dgm:prSet presAssocID="{3AD4772A-3898-48EF-8952-9CDA6213D682}" presName="arrowAndChildren" presStyleCnt="0"/>
      <dgm:spPr/>
    </dgm:pt>
    <dgm:pt modelId="{73B67941-2BE8-44FB-B26F-4ABF7AC6C26F}" type="pres">
      <dgm:prSet presAssocID="{3AD4772A-3898-48EF-8952-9CDA6213D682}" presName="parentTextArrow" presStyleLbl="node1" presStyleIdx="3" presStyleCnt="5"/>
      <dgm:spPr/>
      <dgm:t>
        <a:bodyPr/>
        <a:lstStyle/>
        <a:p>
          <a:endParaRPr lang="es-ES"/>
        </a:p>
      </dgm:t>
    </dgm:pt>
    <dgm:pt modelId="{45A8E010-5AB7-4F3A-8C2D-FB8A5128D017}" type="pres">
      <dgm:prSet presAssocID="{AD7F983E-AE9B-459E-98B1-651A0AC75E50}" presName="sp" presStyleCnt="0"/>
      <dgm:spPr/>
    </dgm:pt>
    <dgm:pt modelId="{FFE754A6-C118-43D0-926C-1F7B37574D8E}" type="pres">
      <dgm:prSet presAssocID="{1FE9D618-4662-461A-9310-8132C3E4F6D8}" presName="arrowAndChildren" presStyleCnt="0"/>
      <dgm:spPr/>
    </dgm:pt>
    <dgm:pt modelId="{97CB56EE-8C39-4462-A882-D6F31298C89D}" type="pres">
      <dgm:prSet presAssocID="{1FE9D618-4662-461A-9310-8132C3E4F6D8}" presName="parentTextArrow" presStyleLbl="node1" presStyleIdx="4" presStyleCnt="5"/>
      <dgm:spPr/>
      <dgm:t>
        <a:bodyPr/>
        <a:lstStyle/>
        <a:p>
          <a:endParaRPr lang="es-ES"/>
        </a:p>
      </dgm:t>
    </dgm:pt>
  </dgm:ptLst>
  <dgm:cxnLst>
    <dgm:cxn modelId="{5459556F-F55D-42CD-A8EB-7F3298E8C913}" type="presOf" srcId="{3AD4772A-3898-48EF-8952-9CDA6213D682}" destId="{73B67941-2BE8-44FB-B26F-4ABF7AC6C26F}" srcOrd="0" destOrd="0" presId="urn:microsoft.com/office/officeart/2005/8/layout/process4"/>
    <dgm:cxn modelId="{7FB2D231-DB3A-4063-86BC-275BA823A6DB}" type="presOf" srcId="{DBDB5155-A4A5-49F3-905F-75B399D4A4A6}" destId="{A59C54E1-BDC3-48CD-B93A-AA4AF7835CB3}" srcOrd="0" destOrd="0" presId="urn:microsoft.com/office/officeart/2005/8/layout/process4"/>
    <dgm:cxn modelId="{0727E548-6820-4B71-AA33-AAF06D037494}" srcId="{D9D93EC8-1656-4DF5-A556-575DAE0DFF07}" destId="{AA7C1F96-6E1A-47F1-8EC3-9726362E7AC2}" srcOrd="3" destOrd="0" parTransId="{E3587982-BFB2-4B64-87D9-BF14A7F1FA68}" sibTransId="{8B8A5DB5-D3E2-4F2B-9B7B-CB2C9BADD2BB}"/>
    <dgm:cxn modelId="{AF62D06B-549E-490C-BEFE-A1580F0969F6}" type="presOf" srcId="{D9D93EC8-1656-4DF5-A556-575DAE0DFF07}" destId="{A13FDA55-F2ED-4FC5-B98B-732D1E8A0E01}" srcOrd="0" destOrd="0" presId="urn:microsoft.com/office/officeart/2005/8/layout/process4"/>
    <dgm:cxn modelId="{7608EFCA-FF2A-4E12-B342-C6E4FE1A9627}" srcId="{D9D93EC8-1656-4DF5-A556-575DAE0DFF07}" destId="{DBDB5155-A4A5-49F3-905F-75B399D4A4A6}" srcOrd="2" destOrd="0" parTransId="{89CA6DE4-2C9A-44B7-9427-7FCDD8EDB2B6}" sibTransId="{91AB2A16-D70A-403F-9EA2-C9422ADA7F9D}"/>
    <dgm:cxn modelId="{F61A13CB-BF61-4BFA-BF1C-5277D13F0689}" type="presOf" srcId="{161BC4EE-96B5-4644-B9ED-75A79B550F6C}" destId="{BA52467B-23B3-4EB3-9B62-0691792775DD}" srcOrd="0" destOrd="0" presId="urn:microsoft.com/office/officeart/2005/8/layout/process4"/>
    <dgm:cxn modelId="{4E2C216B-3986-493B-9EC9-33D1AE07B17C}" srcId="{D9D93EC8-1656-4DF5-A556-575DAE0DFF07}" destId="{1FE9D618-4662-461A-9310-8132C3E4F6D8}" srcOrd="0" destOrd="0" parTransId="{5F464B91-04EA-4218-9D9A-33A5ABFA4405}" sibTransId="{AD7F983E-AE9B-459E-98B1-651A0AC75E50}"/>
    <dgm:cxn modelId="{8E7BFC0E-CBEF-4774-9EF6-A5656E3EF6EF}" type="presOf" srcId="{AA7C1F96-6E1A-47F1-8EC3-9726362E7AC2}" destId="{24EA468A-669F-4179-A2CA-1C6E9BF9127F}" srcOrd="0" destOrd="0" presId="urn:microsoft.com/office/officeart/2005/8/layout/process4"/>
    <dgm:cxn modelId="{155834FB-7E42-4B56-A8AA-5970610EA25F}" srcId="{D9D93EC8-1656-4DF5-A556-575DAE0DFF07}" destId="{3AD4772A-3898-48EF-8952-9CDA6213D682}" srcOrd="1" destOrd="0" parTransId="{FF37C313-4617-418F-893E-31781CFDC810}" sibTransId="{BCE11D15-A66E-4F49-986D-5D0EE87EE13A}"/>
    <dgm:cxn modelId="{F4A1713C-ED0F-42F3-9CEE-A5DF41D60BA5}" type="presOf" srcId="{1FE9D618-4662-461A-9310-8132C3E4F6D8}" destId="{97CB56EE-8C39-4462-A882-D6F31298C89D}" srcOrd="0" destOrd="0" presId="urn:microsoft.com/office/officeart/2005/8/layout/process4"/>
    <dgm:cxn modelId="{F95E6AE2-7CAE-4DE7-90A9-0ACE7EA81214}" srcId="{D9D93EC8-1656-4DF5-A556-575DAE0DFF07}" destId="{161BC4EE-96B5-4644-B9ED-75A79B550F6C}" srcOrd="4" destOrd="0" parTransId="{14E0C388-D57C-4FC9-B839-58CB1B5A7CF4}" sibTransId="{EEB30530-96F3-49DA-89E0-7AB81801B930}"/>
    <dgm:cxn modelId="{3FCCB0DE-F4CB-4AFB-A79A-EAD1874BCDE1}" type="presParOf" srcId="{A13FDA55-F2ED-4FC5-B98B-732D1E8A0E01}" destId="{FC11DCE7-24D7-47FF-B5BA-CD2261A92E97}" srcOrd="0" destOrd="0" presId="urn:microsoft.com/office/officeart/2005/8/layout/process4"/>
    <dgm:cxn modelId="{5BD66270-5932-4739-B30E-70E2E8DC0C4E}" type="presParOf" srcId="{FC11DCE7-24D7-47FF-B5BA-CD2261A92E97}" destId="{BA52467B-23B3-4EB3-9B62-0691792775DD}" srcOrd="0" destOrd="0" presId="urn:microsoft.com/office/officeart/2005/8/layout/process4"/>
    <dgm:cxn modelId="{CBC84D7D-0A6C-45BF-A111-F86E6ECB7065}" type="presParOf" srcId="{A13FDA55-F2ED-4FC5-B98B-732D1E8A0E01}" destId="{AE59B0A9-DCD9-4ED5-9C4C-58361818B265}" srcOrd="1" destOrd="0" presId="urn:microsoft.com/office/officeart/2005/8/layout/process4"/>
    <dgm:cxn modelId="{EC1AC404-D2D6-4434-9355-D6E10EB3245B}" type="presParOf" srcId="{A13FDA55-F2ED-4FC5-B98B-732D1E8A0E01}" destId="{4BBE5CD5-BB8B-4B4B-86EA-BBE69FA5E3C5}" srcOrd="2" destOrd="0" presId="urn:microsoft.com/office/officeart/2005/8/layout/process4"/>
    <dgm:cxn modelId="{5649E329-8FB7-47ED-AD8B-7E8BBE3BC832}" type="presParOf" srcId="{4BBE5CD5-BB8B-4B4B-86EA-BBE69FA5E3C5}" destId="{24EA468A-669F-4179-A2CA-1C6E9BF9127F}" srcOrd="0" destOrd="0" presId="urn:microsoft.com/office/officeart/2005/8/layout/process4"/>
    <dgm:cxn modelId="{CF592171-04E0-490A-8D94-9FE8D058CEAA}" type="presParOf" srcId="{A13FDA55-F2ED-4FC5-B98B-732D1E8A0E01}" destId="{09AB9784-2116-4FE7-B2A2-187EF66F7907}" srcOrd="3" destOrd="0" presId="urn:microsoft.com/office/officeart/2005/8/layout/process4"/>
    <dgm:cxn modelId="{1C6932F8-92F0-4457-A2DE-0827CE2CCE78}" type="presParOf" srcId="{A13FDA55-F2ED-4FC5-B98B-732D1E8A0E01}" destId="{7256CD5C-CDAB-47CE-BE9C-09274829F423}" srcOrd="4" destOrd="0" presId="urn:microsoft.com/office/officeart/2005/8/layout/process4"/>
    <dgm:cxn modelId="{BB7953E5-0782-4ED9-8CC3-DC644FB682FD}" type="presParOf" srcId="{7256CD5C-CDAB-47CE-BE9C-09274829F423}" destId="{A59C54E1-BDC3-48CD-B93A-AA4AF7835CB3}" srcOrd="0" destOrd="0" presId="urn:microsoft.com/office/officeart/2005/8/layout/process4"/>
    <dgm:cxn modelId="{813EB134-7BDF-4B8A-B696-F62936E37CA0}" type="presParOf" srcId="{A13FDA55-F2ED-4FC5-B98B-732D1E8A0E01}" destId="{AB143D19-2348-4A88-91EE-7F34E1E7E982}" srcOrd="5" destOrd="0" presId="urn:microsoft.com/office/officeart/2005/8/layout/process4"/>
    <dgm:cxn modelId="{2F53585C-5C21-4EA1-80CD-90515307AA9C}" type="presParOf" srcId="{A13FDA55-F2ED-4FC5-B98B-732D1E8A0E01}" destId="{497B83F8-F96B-43DC-9CBB-F07CF638EF30}" srcOrd="6" destOrd="0" presId="urn:microsoft.com/office/officeart/2005/8/layout/process4"/>
    <dgm:cxn modelId="{F61EA31F-69B4-467F-A93D-B7172417F631}" type="presParOf" srcId="{497B83F8-F96B-43DC-9CBB-F07CF638EF30}" destId="{73B67941-2BE8-44FB-B26F-4ABF7AC6C26F}" srcOrd="0" destOrd="0" presId="urn:microsoft.com/office/officeart/2005/8/layout/process4"/>
    <dgm:cxn modelId="{5BFECFEC-67B7-4571-AA7C-2D91ADFE5195}" type="presParOf" srcId="{A13FDA55-F2ED-4FC5-B98B-732D1E8A0E01}" destId="{45A8E010-5AB7-4F3A-8C2D-FB8A5128D017}" srcOrd="7" destOrd="0" presId="urn:microsoft.com/office/officeart/2005/8/layout/process4"/>
    <dgm:cxn modelId="{32810009-82FB-48E4-AA29-D611316296C0}" type="presParOf" srcId="{A13FDA55-F2ED-4FC5-B98B-732D1E8A0E01}" destId="{FFE754A6-C118-43D0-926C-1F7B37574D8E}" srcOrd="8" destOrd="0" presId="urn:microsoft.com/office/officeart/2005/8/layout/process4"/>
    <dgm:cxn modelId="{18714F7E-F367-4D93-A623-91878F427F85}" type="presParOf" srcId="{FFE754A6-C118-43D0-926C-1F7B37574D8E}" destId="{97CB56EE-8C39-4462-A882-D6F31298C89D}"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9D93EC8-1656-4DF5-A556-575DAE0DFF07}" type="doc">
      <dgm:prSet loTypeId="urn:microsoft.com/office/officeart/2005/8/layout/process4" loCatId="process" qsTypeId="urn:microsoft.com/office/officeart/2005/8/quickstyle/simple3" qsCatId="simple" csTypeId="urn:microsoft.com/office/officeart/2005/8/colors/colorful2" csCatId="colorful" phldr="1"/>
      <dgm:spPr/>
      <dgm:t>
        <a:bodyPr/>
        <a:lstStyle/>
        <a:p>
          <a:endParaRPr lang="es-ES"/>
        </a:p>
      </dgm:t>
    </dgm:pt>
    <dgm:pt modelId="{3AD4772A-3898-48EF-8952-9CDA6213D682}">
      <dgm:prSet phldrT="[Texto]" custT="1"/>
      <dgm:spPr/>
      <dgm:t>
        <a:bodyPr/>
        <a:lstStyle/>
        <a:p>
          <a:r>
            <a:rPr lang="es-ES_tradnl" sz="2000" b="1" dirty="0" smtClean="0"/>
            <a:t>DISEÑO DE LA ACTUACIÓN</a:t>
          </a:r>
          <a:endParaRPr lang="es-ES" sz="2000" b="1" dirty="0"/>
        </a:p>
      </dgm:t>
    </dgm:pt>
    <dgm:pt modelId="{FF37C313-4617-418F-893E-31781CFDC810}" type="parTrans" cxnId="{155834FB-7E42-4B56-A8AA-5970610EA25F}">
      <dgm:prSet/>
      <dgm:spPr/>
      <dgm:t>
        <a:bodyPr/>
        <a:lstStyle/>
        <a:p>
          <a:endParaRPr lang="es-ES" sz="4000"/>
        </a:p>
      </dgm:t>
    </dgm:pt>
    <dgm:pt modelId="{BCE11D15-A66E-4F49-986D-5D0EE87EE13A}" type="sibTrans" cxnId="{155834FB-7E42-4B56-A8AA-5970610EA25F}">
      <dgm:prSet/>
      <dgm:spPr/>
      <dgm:t>
        <a:bodyPr/>
        <a:lstStyle/>
        <a:p>
          <a:endParaRPr lang="es-ES" sz="4000"/>
        </a:p>
      </dgm:t>
    </dgm:pt>
    <dgm:pt modelId="{DBDB5155-A4A5-49F3-905F-75B399D4A4A6}">
      <dgm:prSet phldrT="[Texto]" custT="1"/>
      <dgm:spPr/>
      <dgm:t>
        <a:bodyPr/>
        <a:lstStyle/>
        <a:p>
          <a:r>
            <a:rPr lang="es-ES_tradnl" sz="2000" b="1" dirty="0" smtClean="0"/>
            <a:t>DESARROLLO DE LA ACCIÓN</a:t>
          </a:r>
          <a:endParaRPr lang="es-ES" sz="2000" b="1" dirty="0"/>
        </a:p>
      </dgm:t>
    </dgm:pt>
    <dgm:pt modelId="{89CA6DE4-2C9A-44B7-9427-7FCDD8EDB2B6}" type="parTrans" cxnId="{7608EFCA-FF2A-4E12-B342-C6E4FE1A9627}">
      <dgm:prSet/>
      <dgm:spPr/>
      <dgm:t>
        <a:bodyPr/>
        <a:lstStyle/>
        <a:p>
          <a:endParaRPr lang="es-ES" sz="4000"/>
        </a:p>
      </dgm:t>
    </dgm:pt>
    <dgm:pt modelId="{91AB2A16-D70A-403F-9EA2-C9422ADA7F9D}" type="sibTrans" cxnId="{7608EFCA-FF2A-4E12-B342-C6E4FE1A9627}">
      <dgm:prSet/>
      <dgm:spPr/>
      <dgm:t>
        <a:bodyPr/>
        <a:lstStyle/>
        <a:p>
          <a:endParaRPr lang="es-ES" sz="4000"/>
        </a:p>
      </dgm:t>
    </dgm:pt>
    <dgm:pt modelId="{AA7C1F96-6E1A-47F1-8EC3-9726362E7AC2}">
      <dgm:prSet phldrT="[Texto]" custT="1"/>
      <dgm:spPr/>
      <dgm:t>
        <a:bodyPr/>
        <a:lstStyle/>
        <a:p>
          <a:r>
            <a:rPr lang="es-ES_tradnl" sz="2000" b="1" dirty="0" smtClean="0"/>
            <a:t>SEGUIMIENTO Y CONTROL</a:t>
          </a:r>
          <a:endParaRPr lang="es-ES" sz="2000" b="1" dirty="0"/>
        </a:p>
      </dgm:t>
    </dgm:pt>
    <dgm:pt modelId="{E3587982-BFB2-4B64-87D9-BF14A7F1FA68}" type="parTrans" cxnId="{0727E548-6820-4B71-AA33-AAF06D037494}">
      <dgm:prSet/>
      <dgm:spPr/>
      <dgm:t>
        <a:bodyPr/>
        <a:lstStyle/>
        <a:p>
          <a:endParaRPr lang="es-ES" sz="4000"/>
        </a:p>
      </dgm:t>
    </dgm:pt>
    <dgm:pt modelId="{8B8A5DB5-D3E2-4F2B-9B7B-CB2C9BADD2BB}" type="sibTrans" cxnId="{0727E548-6820-4B71-AA33-AAF06D037494}">
      <dgm:prSet/>
      <dgm:spPr/>
      <dgm:t>
        <a:bodyPr/>
        <a:lstStyle/>
        <a:p>
          <a:endParaRPr lang="es-ES" sz="4000"/>
        </a:p>
      </dgm:t>
    </dgm:pt>
    <dgm:pt modelId="{1FE9D618-4662-461A-9310-8132C3E4F6D8}">
      <dgm:prSet custT="1"/>
      <dgm:spPr/>
      <dgm:t>
        <a:bodyPr/>
        <a:lstStyle/>
        <a:p>
          <a:r>
            <a:rPr lang="es-ES_tradnl" sz="2000" b="1" dirty="0" smtClean="0"/>
            <a:t>DIAGNÓSTICO DE SITUACIÓN</a:t>
          </a:r>
          <a:endParaRPr lang="es-ES" sz="2000" b="1" dirty="0"/>
        </a:p>
      </dgm:t>
    </dgm:pt>
    <dgm:pt modelId="{5F464B91-04EA-4218-9D9A-33A5ABFA4405}" type="parTrans" cxnId="{4E2C216B-3986-493B-9EC9-33D1AE07B17C}">
      <dgm:prSet/>
      <dgm:spPr/>
      <dgm:t>
        <a:bodyPr/>
        <a:lstStyle/>
        <a:p>
          <a:endParaRPr lang="es-ES" sz="4000"/>
        </a:p>
      </dgm:t>
    </dgm:pt>
    <dgm:pt modelId="{AD7F983E-AE9B-459E-98B1-651A0AC75E50}" type="sibTrans" cxnId="{4E2C216B-3986-493B-9EC9-33D1AE07B17C}">
      <dgm:prSet/>
      <dgm:spPr/>
      <dgm:t>
        <a:bodyPr/>
        <a:lstStyle/>
        <a:p>
          <a:endParaRPr lang="es-ES" sz="4000"/>
        </a:p>
      </dgm:t>
    </dgm:pt>
    <dgm:pt modelId="{161BC4EE-96B5-4644-B9ED-75A79B550F6C}">
      <dgm:prSet custT="1"/>
      <dgm:spPr/>
      <dgm:t>
        <a:bodyPr/>
        <a:lstStyle/>
        <a:p>
          <a:r>
            <a:rPr lang="es-ES_tradnl" sz="2000" b="1" dirty="0" smtClean="0"/>
            <a:t>EVALUACIÓN DE RESULTADOS</a:t>
          </a:r>
          <a:endParaRPr lang="es-ES" sz="2000" b="1" dirty="0"/>
        </a:p>
      </dgm:t>
    </dgm:pt>
    <dgm:pt modelId="{14E0C388-D57C-4FC9-B839-58CB1B5A7CF4}" type="parTrans" cxnId="{F95E6AE2-7CAE-4DE7-90A9-0ACE7EA81214}">
      <dgm:prSet/>
      <dgm:spPr/>
      <dgm:t>
        <a:bodyPr/>
        <a:lstStyle/>
        <a:p>
          <a:endParaRPr lang="es-ES" sz="4000"/>
        </a:p>
      </dgm:t>
    </dgm:pt>
    <dgm:pt modelId="{EEB30530-96F3-49DA-89E0-7AB81801B930}" type="sibTrans" cxnId="{F95E6AE2-7CAE-4DE7-90A9-0ACE7EA81214}">
      <dgm:prSet/>
      <dgm:spPr/>
      <dgm:t>
        <a:bodyPr/>
        <a:lstStyle/>
        <a:p>
          <a:endParaRPr lang="es-ES" sz="4000"/>
        </a:p>
      </dgm:t>
    </dgm:pt>
    <dgm:pt modelId="{A13FDA55-F2ED-4FC5-B98B-732D1E8A0E01}" type="pres">
      <dgm:prSet presAssocID="{D9D93EC8-1656-4DF5-A556-575DAE0DFF07}" presName="Name0" presStyleCnt="0">
        <dgm:presLayoutVars>
          <dgm:dir/>
          <dgm:animLvl val="lvl"/>
          <dgm:resizeHandles val="exact"/>
        </dgm:presLayoutVars>
      </dgm:prSet>
      <dgm:spPr/>
      <dgm:t>
        <a:bodyPr/>
        <a:lstStyle/>
        <a:p>
          <a:endParaRPr lang="es-ES"/>
        </a:p>
      </dgm:t>
    </dgm:pt>
    <dgm:pt modelId="{FC11DCE7-24D7-47FF-B5BA-CD2261A92E97}" type="pres">
      <dgm:prSet presAssocID="{161BC4EE-96B5-4644-B9ED-75A79B550F6C}" presName="boxAndChildren" presStyleCnt="0"/>
      <dgm:spPr/>
    </dgm:pt>
    <dgm:pt modelId="{BA52467B-23B3-4EB3-9B62-0691792775DD}" type="pres">
      <dgm:prSet presAssocID="{161BC4EE-96B5-4644-B9ED-75A79B550F6C}" presName="parentTextBox" presStyleLbl="node1" presStyleIdx="0" presStyleCnt="5"/>
      <dgm:spPr/>
      <dgm:t>
        <a:bodyPr/>
        <a:lstStyle/>
        <a:p>
          <a:endParaRPr lang="es-ES"/>
        </a:p>
      </dgm:t>
    </dgm:pt>
    <dgm:pt modelId="{AE59B0A9-DCD9-4ED5-9C4C-58361818B265}" type="pres">
      <dgm:prSet presAssocID="{8B8A5DB5-D3E2-4F2B-9B7B-CB2C9BADD2BB}" presName="sp" presStyleCnt="0"/>
      <dgm:spPr/>
    </dgm:pt>
    <dgm:pt modelId="{4BBE5CD5-BB8B-4B4B-86EA-BBE69FA5E3C5}" type="pres">
      <dgm:prSet presAssocID="{AA7C1F96-6E1A-47F1-8EC3-9726362E7AC2}" presName="arrowAndChildren" presStyleCnt="0"/>
      <dgm:spPr/>
    </dgm:pt>
    <dgm:pt modelId="{24EA468A-669F-4179-A2CA-1C6E9BF9127F}" type="pres">
      <dgm:prSet presAssocID="{AA7C1F96-6E1A-47F1-8EC3-9726362E7AC2}" presName="parentTextArrow" presStyleLbl="node1" presStyleIdx="1" presStyleCnt="5"/>
      <dgm:spPr/>
      <dgm:t>
        <a:bodyPr/>
        <a:lstStyle/>
        <a:p>
          <a:endParaRPr lang="es-ES"/>
        </a:p>
      </dgm:t>
    </dgm:pt>
    <dgm:pt modelId="{09AB9784-2116-4FE7-B2A2-187EF66F7907}" type="pres">
      <dgm:prSet presAssocID="{91AB2A16-D70A-403F-9EA2-C9422ADA7F9D}" presName="sp" presStyleCnt="0"/>
      <dgm:spPr/>
    </dgm:pt>
    <dgm:pt modelId="{7256CD5C-CDAB-47CE-BE9C-09274829F423}" type="pres">
      <dgm:prSet presAssocID="{DBDB5155-A4A5-49F3-905F-75B399D4A4A6}" presName="arrowAndChildren" presStyleCnt="0"/>
      <dgm:spPr/>
    </dgm:pt>
    <dgm:pt modelId="{A59C54E1-BDC3-48CD-B93A-AA4AF7835CB3}" type="pres">
      <dgm:prSet presAssocID="{DBDB5155-A4A5-49F3-905F-75B399D4A4A6}" presName="parentTextArrow" presStyleLbl="node1" presStyleIdx="2" presStyleCnt="5"/>
      <dgm:spPr/>
      <dgm:t>
        <a:bodyPr/>
        <a:lstStyle/>
        <a:p>
          <a:endParaRPr lang="es-ES"/>
        </a:p>
      </dgm:t>
    </dgm:pt>
    <dgm:pt modelId="{AB143D19-2348-4A88-91EE-7F34E1E7E982}" type="pres">
      <dgm:prSet presAssocID="{BCE11D15-A66E-4F49-986D-5D0EE87EE13A}" presName="sp" presStyleCnt="0"/>
      <dgm:spPr/>
    </dgm:pt>
    <dgm:pt modelId="{497B83F8-F96B-43DC-9CBB-F07CF638EF30}" type="pres">
      <dgm:prSet presAssocID="{3AD4772A-3898-48EF-8952-9CDA6213D682}" presName="arrowAndChildren" presStyleCnt="0"/>
      <dgm:spPr/>
    </dgm:pt>
    <dgm:pt modelId="{73B67941-2BE8-44FB-B26F-4ABF7AC6C26F}" type="pres">
      <dgm:prSet presAssocID="{3AD4772A-3898-48EF-8952-9CDA6213D682}" presName="parentTextArrow" presStyleLbl="node1" presStyleIdx="3" presStyleCnt="5"/>
      <dgm:spPr/>
      <dgm:t>
        <a:bodyPr/>
        <a:lstStyle/>
        <a:p>
          <a:endParaRPr lang="es-ES"/>
        </a:p>
      </dgm:t>
    </dgm:pt>
    <dgm:pt modelId="{45A8E010-5AB7-4F3A-8C2D-FB8A5128D017}" type="pres">
      <dgm:prSet presAssocID="{AD7F983E-AE9B-459E-98B1-651A0AC75E50}" presName="sp" presStyleCnt="0"/>
      <dgm:spPr/>
    </dgm:pt>
    <dgm:pt modelId="{FFE754A6-C118-43D0-926C-1F7B37574D8E}" type="pres">
      <dgm:prSet presAssocID="{1FE9D618-4662-461A-9310-8132C3E4F6D8}" presName="arrowAndChildren" presStyleCnt="0"/>
      <dgm:spPr/>
    </dgm:pt>
    <dgm:pt modelId="{97CB56EE-8C39-4462-A882-D6F31298C89D}" type="pres">
      <dgm:prSet presAssocID="{1FE9D618-4662-461A-9310-8132C3E4F6D8}" presName="parentTextArrow" presStyleLbl="node1" presStyleIdx="4" presStyleCnt="5"/>
      <dgm:spPr/>
      <dgm:t>
        <a:bodyPr/>
        <a:lstStyle/>
        <a:p>
          <a:endParaRPr lang="es-ES"/>
        </a:p>
      </dgm:t>
    </dgm:pt>
  </dgm:ptLst>
  <dgm:cxnLst>
    <dgm:cxn modelId="{7035BD9F-AA08-409F-973D-48B70037C4EF}" type="presOf" srcId="{DBDB5155-A4A5-49F3-905F-75B399D4A4A6}" destId="{A59C54E1-BDC3-48CD-B93A-AA4AF7835CB3}" srcOrd="0" destOrd="0" presId="urn:microsoft.com/office/officeart/2005/8/layout/process4"/>
    <dgm:cxn modelId="{0727E548-6820-4B71-AA33-AAF06D037494}" srcId="{D9D93EC8-1656-4DF5-A556-575DAE0DFF07}" destId="{AA7C1F96-6E1A-47F1-8EC3-9726362E7AC2}" srcOrd="3" destOrd="0" parTransId="{E3587982-BFB2-4B64-87D9-BF14A7F1FA68}" sibTransId="{8B8A5DB5-D3E2-4F2B-9B7B-CB2C9BADD2BB}"/>
    <dgm:cxn modelId="{7608EFCA-FF2A-4E12-B342-C6E4FE1A9627}" srcId="{D9D93EC8-1656-4DF5-A556-575DAE0DFF07}" destId="{DBDB5155-A4A5-49F3-905F-75B399D4A4A6}" srcOrd="2" destOrd="0" parTransId="{89CA6DE4-2C9A-44B7-9427-7FCDD8EDB2B6}" sibTransId="{91AB2A16-D70A-403F-9EA2-C9422ADA7F9D}"/>
    <dgm:cxn modelId="{E6F80D4D-243C-42AC-A9E4-DE342B922B81}" type="presOf" srcId="{161BC4EE-96B5-4644-B9ED-75A79B550F6C}" destId="{BA52467B-23B3-4EB3-9B62-0691792775DD}" srcOrd="0" destOrd="0" presId="urn:microsoft.com/office/officeart/2005/8/layout/process4"/>
    <dgm:cxn modelId="{4E2C216B-3986-493B-9EC9-33D1AE07B17C}" srcId="{D9D93EC8-1656-4DF5-A556-575DAE0DFF07}" destId="{1FE9D618-4662-461A-9310-8132C3E4F6D8}" srcOrd="0" destOrd="0" parTransId="{5F464B91-04EA-4218-9D9A-33A5ABFA4405}" sibTransId="{AD7F983E-AE9B-459E-98B1-651A0AC75E50}"/>
    <dgm:cxn modelId="{7A7ADC35-C589-4CF0-8799-F3CD8EBA6664}" type="presOf" srcId="{AA7C1F96-6E1A-47F1-8EC3-9726362E7AC2}" destId="{24EA468A-669F-4179-A2CA-1C6E9BF9127F}" srcOrd="0" destOrd="0" presId="urn:microsoft.com/office/officeart/2005/8/layout/process4"/>
    <dgm:cxn modelId="{155834FB-7E42-4B56-A8AA-5970610EA25F}" srcId="{D9D93EC8-1656-4DF5-A556-575DAE0DFF07}" destId="{3AD4772A-3898-48EF-8952-9CDA6213D682}" srcOrd="1" destOrd="0" parTransId="{FF37C313-4617-418F-893E-31781CFDC810}" sibTransId="{BCE11D15-A66E-4F49-986D-5D0EE87EE13A}"/>
    <dgm:cxn modelId="{F95E6AE2-7CAE-4DE7-90A9-0ACE7EA81214}" srcId="{D9D93EC8-1656-4DF5-A556-575DAE0DFF07}" destId="{161BC4EE-96B5-4644-B9ED-75A79B550F6C}" srcOrd="4" destOrd="0" parTransId="{14E0C388-D57C-4FC9-B839-58CB1B5A7CF4}" sibTransId="{EEB30530-96F3-49DA-89E0-7AB81801B930}"/>
    <dgm:cxn modelId="{9D0A00D8-C777-495E-8C2B-9121E92F3157}" type="presOf" srcId="{1FE9D618-4662-461A-9310-8132C3E4F6D8}" destId="{97CB56EE-8C39-4462-A882-D6F31298C89D}" srcOrd="0" destOrd="0" presId="urn:microsoft.com/office/officeart/2005/8/layout/process4"/>
    <dgm:cxn modelId="{C48F182D-A3B2-446F-ACD6-EE8D28245B64}" type="presOf" srcId="{D9D93EC8-1656-4DF5-A556-575DAE0DFF07}" destId="{A13FDA55-F2ED-4FC5-B98B-732D1E8A0E01}" srcOrd="0" destOrd="0" presId="urn:microsoft.com/office/officeart/2005/8/layout/process4"/>
    <dgm:cxn modelId="{AB8A5527-ABD6-4456-A65E-B6279A2AE23B}" type="presOf" srcId="{3AD4772A-3898-48EF-8952-9CDA6213D682}" destId="{73B67941-2BE8-44FB-B26F-4ABF7AC6C26F}" srcOrd="0" destOrd="0" presId="urn:microsoft.com/office/officeart/2005/8/layout/process4"/>
    <dgm:cxn modelId="{D7335319-D5E4-40DC-8376-435236C2EF54}" type="presParOf" srcId="{A13FDA55-F2ED-4FC5-B98B-732D1E8A0E01}" destId="{FC11DCE7-24D7-47FF-B5BA-CD2261A92E97}" srcOrd="0" destOrd="0" presId="urn:microsoft.com/office/officeart/2005/8/layout/process4"/>
    <dgm:cxn modelId="{A603F08A-7EF7-46EA-93CE-198DCDF88E17}" type="presParOf" srcId="{FC11DCE7-24D7-47FF-B5BA-CD2261A92E97}" destId="{BA52467B-23B3-4EB3-9B62-0691792775DD}" srcOrd="0" destOrd="0" presId="urn:microsoft.com/office/officeart/2005/8/layout/process4"/>
    <dgm:cxn modelId="{32662497-0493-4932-AD29-0C405E4F69B5}" type="presParOf" srcId="{A13FDA55-F2ED-4FC5-B98B-732D1E8A0E01}" destId="{AE59B0A9-DCD9-4ED5-9C4C-58361818B265}" srcOrd="1" destOrd="0" presId="urn:microsoft.com/office/officeart/2005/8/layout/process4"/>
    <dgm:cxn modelId="{583F46BB-5D0E-4EFC-952F-5EFD8D58E23E}" type="presParOf" srcId="{A13FDA55-F2ED-4FC5-B98B-732D1E8A0E01}" destId="{4BBE5CD5-BB8B-4B4B-86EA-BBE69FA5E3C5}" srcOrd="2" destOrd="0" presId="urn:microsoft.com/office/officeart/2005/8/layout/process4"/>
    <dgm:cxn modelId="{57691871-D29C-48AB-B222-16A158AD8F30}" type="presParOf" srcId="{4BBE5CD5-BB8B-4B4B-86EA-BBE69FA5E3C5}" destId="{24EA468A-669F-4179-A2CA-1C6E9BF9127F}" srcOrd="0" destOrd="0" presId="urn:microsoft.com/office/officeart/2005/8/layout/process4"/>
    <dgm:cxn modelId="{3CBD6F4C-6BE9-4C91-8D29-3FE7358575E0}" type="presParOf" srcId="{A13FDA55-F2ED-4FC5-B98B-732D1E8A0E01}" destId="{09AB9784-2116-4FE7-B2A2-187EF66F7907}" srcOrd="3" destOrd="0" presId="urn:microsoft.com/office/officeart/2005/8/layout/process4"/>
    <dgm:cxn modelId="{656655CF-9D09-4440-836E-077E1A2E5532}" type="presParOf" srcId="{A13FDA55-F2ED-4FC5-B98B-732D1E8A0E01}" destId="{7256CD5C-CDAB-47CE-BE9C-09274829F423}" srcOrd="4" destOrd="0" presId="urn:microsoft.com/office/officeart/2005/8/layout/process4"/>
    <dgm:cxn modelId="{4A6224EB-4159-4066-8F3E-910336979C6E}" type="presParOf" srcId="{7256CD5C-CDAB-47CE-BE9C-09274829F423}" destId="{A59C54E1-BDC3-48CD-B93A-AA4AF7835CB3}" srcOrd="0" destOrd="0" presId="urn:microsoft.com/office/officeart/2005/8/layout/process4"/>
    <dgm:cxn modelId="{E534375B-BC1E-41A6-BBF8-88556A9786AF}" type="presParOf" srcId="{A13FDA55-F2ED-4FC5-B98B-732D1E8A0E01}" destId="{AB143D19-2348-4A88-91EE-7F34E1E7E982}" srcOrd="5" destOrd="0" presId="urn:microsoft.com/office/officeart/2005/8/layout/process4"/>
    <dgm:cxn modelId="{8272015C-C109-481E-A156-9CDB686C44E0}" type="presParOf" srcId="{A13FDA55-F2ED-4FC5-B98B-732D1E8A0E01}" destId="{497B83F8-F96B-43DC-9CBB-F07CF638EF30}" srcOrd="6" destOrd="0" presId="urn:microsoft.com/office/officeart/2005/8/layout/process4"/>
    <dgm:cxn modelId="{A04B07A8-DC3A-480F-B132-240E34B4993C}" type="presParOf" srcId="{497B83F8-F96B-43DC-9CBB-F07CF638EF30}" destId="{73B67941-2BE8-44FB-B26F-4ABF7AC6C26F}" srcOrd="0" destOrd="0" presId="urn:microsoft.com/office/officeart/2005/8/layout/process4"/>
    <dgm:cxn modelId="{9375C8ED-B9E4-4001-A2D4-A7AF920B839C}" type="presParOf" srcId="{A13FDA55-F2ED-4FC5-B98B-732D1E8A0E01}" destId="{45A8E010-5AB7-4F3A-8C2D-FB8A5128D017}" srcOrd="7" destOrd="0" presId="urn:microsoft.com/office/officeart/2005/8/layout/process4"/>
    <dgm:cxn modelId="{73FAE324-EA25-4D97-A591-BCBB9923BD71}" type="presParOf" srcId="{A13FDA55-F2ED-4FC5-B98B-732D1E8A0E01}" destId="{FFE754A6-C118-43D0-926C-1F7B37574D8E}" srcOrd="8" destOrd="0" presId="urn:microsoft.com/office/officeart/2005/8/layout/process4"/>
    <dgm:cxn modelId="{7F74DF51-F5DB-4D64-ACCB-0C7309E93D6C}" type="presParOf" srcId="{FFE754A6-C118-43D0-926C-1F7B37574D8E}" destId="{97CB56EE-8C39-4462-A882-D6F31298C89D}"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9D93EC8-1656-4DF5-A556-575DAE0DFF07}"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s-ES"/>
        </a:p>
      </dgm:t>
    </dgm:pt>
    <dgm:pt modelId="{1FE9D618-4662-461A-9310-8132C3E4F6D8}">
      <dgm:prSet/>
      <dgm:spPr/>
      <dgm:t>
        <a:bodyPr/>
        <a:lstStyle/>
        <a:p>
          <a:r>
            <a:rPr lang="es-ES_tradnl" smtClean="0"/>
            <a:t>Situación de partida</a:t>
          </a:r>
          <a:endParaRPr lang="es-ES" dirty="0"/>
        </a:p>
      </dgm:t>
    </dgm:pt>
    <dgm:pt modelId="{5F464B91-04EA-4218-9D9A-33A5ABFA4405}" type="parTrans" cxnId="{4E2C216B-3986-493B-9EC9-33D1AE07B17C}">
      <dgm:prSet/>
      <dgm:spPr/>
      <dgm:t>
        <a:bodyPr/>
        <a:lstStyle/>
        <a:p>
          <a:endParaRPr lang="es-ES"/>
        </a:p>
      </dgm:t>
    </dgm:pt>
    <dgm:pt modelId="{AD7F983E-AE9B-459E-98B1-651A0AC75E50}" type="sibTrans" cxnId="{4E2C216B-3986-493B-9EC9-33D1AE07B17C}">
      <dgm:prSet/>
      <dgm:spPr/>
      <dgm:t>
        <a:bodyPr/>
        <a:lstStyle/>
        <a:p>
          <a:endParaRPr lang="es-ES"/>
        </a:p>
      </dgm:t>
    </dgm:pt>
    <dgm:pt modelId="{1384A5B9-BF14-4105-909C-8C0F381E0F54}">
      <dgm:prSet/>
      <dgm:spPr/>
      <dgm:t>
        <a:bodyPr/>
        <a:lstStyle/>
        <a:p>
          <a:pPr rtl="0"/>
          <a:r>
            <a:rPr lang="es-ES_tradnl" dirty="0" smtClean="0"/>
            <a:t>Identificación de necesidades</a:t>
          </a:r>
          <a:endParaRPr lang="es-ES_tradnl" dirty="0"/>
        </a:p>
      </dgm:t>
    </dgm:pt>
    <dgm:pt modelId="{0C3C1622-807B-4DAF-B00E-F8E29DC104D8}" type="parTrans" cxnId="{5ED84113-C28E-48E8-9D17-91935575417B}">
      <dgm:prSet/>
      <dgm:spPr/>
      <dgm:t>
        <a:bodyPr/>
        <a:lstStyle/>
        <a:p>
          <a:endParaRPr lang="es-ES"/>
        </a:p>
      </dgm:t>
    </dgm:pt>
    <dgm:pt modelId="{9337E634-3A4C-4582-A68C-99B55BD6C895}" type="sibTrans" cxnId="{5ED84113-C28E-48E8-9D17-91935575417B}">
      <dgm:prSet/>
      <dgm:spPr/>
      <dgm:t>
        <a:bodyPr/>
        <a:lstStyle/>
        <a:p>
          <a:endParaRPr lang="es-ES"/>
        </a:p>
      </dgm:t>
    </dgm:pt>
    <dgm:pt modelId="{AEDD2595-1688-44E5-A727-5D92CAD859BE}">
      <dgm:prSet/>
      <dgm:spPr/>
      <dgm:t>
        <a:bodyPr/>
        <a:lstStyle/>
        <a:p>
          <a:pPr rtl="0"/>
          <a:r>
            <a:rPr lang="es-ES_tradnl" dirty="0" smtClean="0"/>
            <a:t>Planteamiento del problema </a:t>
          </a:r>
          <a:endParaRPr lang="es-ES_tradnl" dirty="0"/>
        </a:p>
      </dgm:t>
    </dgm:pt>
    <dgm:pt modelId="{5108614F-ED0C-45E2-808B-F80140579CBE}" type="parTrans" cxnId="{88701D75-22E0-4E6A-B085-868A0246E9F8}">
      <dgm:prSet/>
      <dgm:spPr/>
      <dgm:t>
        <a:bodyPr/>
        <a:lstStyle/>
        <a:p>
          <a:endParaRPr lang="es-ES"/>
        </a:p>
      </dgm:t>
    </dgm:pt>
    <dgm:pt modelId="{7B8DBF99-C937-4F08-82BF-ED101D620724}" type="sibTrans" cxnId="{88701D75-22E0-4E6A-B085-868A0246E9F8}">
      <dgm:prSet/>
      <dgm:spPr/>
      <dgm:t>
        <a:bodyPr/>
        <a:lstStyle/>
        <a:p>
          <a:endParaRPr lang="es-ES"/>
        </a:p>
      </dgm:t>
    </dgm:pt>
    <dgm:pt modelId="{9B641C31-5C40-4ABD-B8DE-8E335EE9D300}">
      <dgm:prSet/>
      <dgm:spPr/>
      <dgm:t>
        <a:bodyPr/>
        <a:lstStyle/>
        <a:p>
          <a:pPr rtl="0"/>
          <a:r>
            <a:rPr lang="es-ES_tradnl" dirty="0" smtClean="0"/>
            <a:t>Objetivos que se persiguen</a:t>
          </a:r>
          <a:endParaRPr lang="es-ES_tradnl" dirty="0"/>
        </a:p>
      </dgm:t>
    </dgm:pt>
    <dgm:pt modelId="{00C164F8-1109-446A-AB92-4420A3B139BB}" type="parTrans" cxnId="{E01E50AD-E425-4725-891E-FA61B89A0D3C}">
      <dgm:prSet/>
      <dgm:spPr/>
      <dgm:t>
        <a:bodyPr/>
        <a:lstStyle/>
        <a:p>
          <a:endParaRPr lang="es-ES"/>
        </a:p>
      </dgm:t>
    </dgm:pt>
    <dgm:pt modelId="{8E9E8C75-7D93-49B8-9CA5-35D4F7999A92}" type="sibTrans" cxnId="{E01E50AD-E425-4725-891E-FA61B89A0D3C}">
      <dgm:prSet/>
      <dgm:spPr/>
      <dgm:t>
        <a:bodyPr/>
        <a:lstStyle/>
        <a:p>
          <a:endParaRPr lang="es-ES"/>
        </a:p>
      </dgm:t>
    </dgm:pt>
    <dgm:pt modelId="{7DF250A6-FBA1-42D9-A03E-CE2B7311FDAA}">
      <dgm:prSet/>
      <dgm:spPr/>
      <dgm:t>
        <a:bodyPr/>
        <a:lstStyle/>
        <a:p>
          <a:pPr rtl="0"/>
          <a:r>
            <a:rPr lang="es-ES_tradnl" dirty="0" smtClean="0"/>
            <a:t>Colectivos y agentes involucrados</a:t>
          </a:r>
          <a:endParaRPr lang="es-ES" dirty="0"/>
        </a:p>
      </dgm:t>
    </dgm:pt>
    <dgm:pt modelId="{7F3FA145-2700-4417-A7D4-3A7DCF91279E}" type="parTrans" cxnId="{0292403F-5A5C-4263-B7C5-02944FAC931A}">
      <dgm:prSet/>
      <dgm:spPr/>
      <dgm:t>
        <a:bodyPr/>
        <a:lstStyle/>
        <a:p>
          <a:endParaRPr lang="es-ES"/>
        </a:p>
      </dgm:t>
    </dgm:pt>
    <dgm:pt modelId="{9251F67F-B632-41FB-8CB7-E19285064FAE}" type="sibTrans" cxnId="{0292403F-5A5C-4263-B7C5-02944FAC931A}">
      <dgm:prSet/>
      <dgm:spPr/>
      <dgm:t>
        <a:bodyPr/>
        <a:lstStyle/>
        <a:p>
          <a:endParaRPr lang="es-ES"/>
        </a:p>
      </dgm:t>
    </dgm:pt>
    <dgm:pt modelId="{1014E62C-7188-4A38-9CF5-67B8E892A2E9}" type="pres">
      <dgm:prSet presAssocID="{D9D93EC8-1656-4DF5-A556-575DAE0DFF07}" presName="outerComposite" presStyleCnt="0">
        <dgm:presLayoutVars>
          <dgm:chMax val="5"/>
          <dgm:dir/>
          <dgm:resizeHandles val="exact"/>
        </dgm:presLayoutVars>
      </dgm:prSet>
      <dgm:spPr/>
      <dgm:t>
        <a:bodyPr/>
        <a:lstStyle/>
        <a:p>
          <a:endParaRPr lang="es-ES"/>
        </a:p>
      </dgm:t>
    </dgm:pt>
    <dgm:pt modelId="{2A33B860-F002-4F87-AE10-EB71A7BBA684}" type="pres">
      <dgm:prSet presAssocID="{D9D93EC8-1656-4DF5-A556-575DAE0DFF07}" presName="dummyMaxCanvas" presStyleCnt="0">
        <dgm:presLayoutVars/>
      </dgm:prSet>
      <dgm:spPr/>
      <dgm:t>
        <a:bodyPr/>
        <a:lstStyle/>
        <a:p>
          <a:endParaRPr lang="es-ES"/>
        </a:p>
      </dgm:t>
    </dgm:pt>
    <dgm:pt modelId="{2B1AF80B-1FE5-466C-9EFF-BFDA259DEDCA}" type="pres">
      <dgm:prSet presAssocID="{D9D93EC8-1656-4DF5-A556-575DAE0DFF07}" presName="FiveNodes_1" presStyleLbl="node1" presStyleIdx="0" presStyleCnt="5">
        <dgm:presLayoutVars>
          <dgm:bulletEnabled val="1"/>
        </dgm:presLayoutVars>
      </dgm:prSet>
      <dgm:spPr/>
      <dgm:t>
        <a:bodyPr/>
        <a:lstStyle/>
        <a:p>
          <a:endParaRPr lang="es-ES"/>
        </a:p>
      </dgm:t>
    </dgm:pt>
    <dgm:pt modelId="{EA81E3B1-38F9-4298-A223-AD414D274C40}" type="pres">
      <dgm:prSet presAssocID="{D9D93EC8-1656-4DF5-A556-575DAE0DFF07}" presName="FiveNodes_2" presStyleLbl="node1" presStyleIdx="1" presStyleCnt="5">
        <dgm:presLayoutVars>
          <dgm:bulletEnabled val="1"/>
        </dgm:presLayoutVars>
      </dgm:prSet>
      <dgm:spPr/>
      <dgm:t>
        <a:bodyPr/>
        <a:lstStyle/>
        <a:p>
          <a:endParaRPr lang="es-ES"/>
        </a:p>
      </dgm:t>
    </dgm:pt>
    <dgm:pt modelId="{3168C40A-2D5A-426B-A2BA-39829A6EEE5F}" type="pres">
      <dgm:prSet presAssocID="{D9D93EC8-1656-4DF5-A556-575DAE0DFF07}" presName="FiveNodes_3" presStyleLbl="node1" presStyleIdx="2" presStyleCnt="5">
        <dgm:presLayoutVars>
          <dgm:bulletEnabled val="1"/>
        </dgm:presLayoutVars>
      </dgm:prSet>
      <dgm:spPr/>
      <dgm:t>
        <a:bodyPr/>
        <a:lstStyle/>
        <a:p>
          <a:endParaRPr lang="es-ES"/>
        </a:p>
      </dgm:t>
    </dgm:pt>
    <dgm:pt modelId="{D8DBA313-9B58-43C5-9E6E-45011FEE294E}" type="pres">
      <dgm:prSet presAssocID="{D9D93EC8-1656-4DF5-A556-575DAE0DFF07}" presName="FiveNodes_4" presStyleLbl="node1" presStyleIdx="3" presStyleCnt="5">
        <dgm:presLayoutVars>
          <dgm:bulletEnabled val="1"/>
        </dgm:presLayoutVars>
      </dgm:prSet>
      <dgm:spPr/>
      <dgm:t>
        <a:bodyPr/>
        <a:lstStyle/>
        <a:p>
          <a:endParaRPr lang="es-ES"/>
        </a:p>
      </dgm:t>
    </dgm:pt>
    <dgm:pt modelId="{D7CB79AC-3EF1-4972-BC54-A61AE66A2587}" type="pres">
      <dgm:prSet presAssocID="{D9D93EC8-1656-4DF5-A556-575DAE0DFF07}" presName="FiveNodes_5" presStyleLbl="node1" presStyleIdx="4" presStyleCnt="5">
        <dgm:presLayoutVars>
          <dgm:bulletEnabled val="1"/>
        </dgm:presLayoutVars>
      </dgm:prSet>
      <dgm:spPr/>
      <dgm:t>
        <a:bodyPr/>
        <a:lstStyle/>
        <a:p>
          <a:endParaRPr lang="es-ES"/>
        </a:p>
      </dgm:t>
    </dgm:pt>
    <dgm:pt modelId="{152DB676-D7CC-4AAD-BEF8-5FA739471380}" type="pres">
      <dgm:prSet presAssocID="{D9D93EC8-1656-4DF5-A556-575DAE0DFF07}" presName="FiveConn_1-2" presStyleLbl="fgAccFollowNode1" presStyleIdx="0" presStyleCnt="4">
        <dgm:presLayoutVars>
          <dgm:bulletEnabled val="1"/>
        </dgm:presLayoutVars>
      </dgm:prSet>
      <dgm:spPr/>
      <dgm:t>
        <a:bodyPr/>
        <a:lstStyle/>
        <a:p>
          <a:endParaRPr lang="es-ES"/>
        </a:p>
      </dgm:t>
    </dgm:pt>
    <dgm:pt modelId="{36D74CCF-B2CE-4119-AB21-CC26E6FE97BB}" type="pres">
      <dgm:prSet presAssocID="{D9D93EC8-1656-4DF5-A556-575DAE0DFF07}" presName="FiveConn_2-3" presStyleLbl="fgAccFollowNode1" presStyleIdx="1" presStyleCnt="4">
        <dgm:presLayoutVars>
          <dgm:bulletEnabled val="1"/>
        </dgm:presLayoutVars>
      </dgm:prSet>
      <dgm:spPr/>
      <dgm:t>
        <a:bodyPr/>
        <a:lstStyle/>
        <a:p>
          <a:endParaRPr lang="es-ES"/>
        </a:p>
      </dgm:t>
    </dgm:pt>
    <dgm:pt modelId="{C74F31A2-5110-444D-8910-2EEA4813D677}" type="pres">
      <dgm:prSet presAssocID="{D9D93EC8-1656-4DF5-A556-575DAE0DFF07}" presName="FiveConn_3-4" presStyleLbl="fgAccFollowNode1" presStyleIdx="2" presStyleCnt="4">
        <dgm:presLayoutVars>
          <dgm:bulletEnabled val="1"/>
        </dgm:presLayoutVars>
      </dgm:prSet>
      <dgm:spPr/>
      <dgm:t>
        <a:bodyPr/>
        <a:lstStyle/>
        <a:p>
          <a:endParaRPr lang="es-ES"/>
        </a:p>
      </dgm:t>
    </dgm:pt>
    <dgm:pt modelId="{29BB8ADC-222E-4F57-A1CB-8526773CA99B}" type="pres">
      <dgm:prSet presAssocID="{D9D93EC8-1656-4DF5-A556-575DAE0DFF07}" presName="FiveConn_4-5" presStyleLbl="fgAccFollowNode1" presStyleIdx="3" presStyleCnt="4">
        <dgm:presLayoutVars>
          <dgm:bulletEnabled val="1"/>
        </dgm:presLayoutVars>
      </dgm:prSet>
      <dgm:spPr/>
      <dgm:t>
        <a:bodyPr/>
        <a:lstStyle/>
        <a:p>
          <a:endParaRPr lang="es-ES"/>
        </a:p>
      </dgm:t>
    </dgm:pt>
    <dgm:pt modelId="{F54B1B8F-9CE4-4AB7-A62B-04F8EF4CF182}" type="pres">
      <dgm:prSet presAssocID="{D9D93EC8-1656-4DF5-A556-575DAE0DFF07}" presName="FiveNodes_1_text" presStyleLbl="node1" presStyleIdx="4" presStyleCnt="5">
        <dgm:presLayoutVars>
          <dgm:bulletEnabled val="1"/>
        </dgm:presLayoutVars>
      </dgm:prSet>
      <dgm:spPr/>
      <dgm:t>
        <a:bodyPr/>
        <a:lstStyle/>
        <a:p>
          <a:endParaRPr lang="es-ES"/>
        </a:p>
      </dgm:t>
    </dgm:pt>
    <dgm:pt modelId="{49D4D03C-8DD7-4C4B-99D9-4E7BC6143126}" type="pres">
      <dgm:prSet presAssocID="{D9D93EC8-1656-4DF5-A556-575DAE0DFF07}" presName="FiveNodes_2_text" presStyleLbl="node1" presStyleIdx="4" presStyleCnt="5">
        <dgm:presLayoutVars>
          <dgm:bulletEnabled val="1"/>
        </dgm:presLayoutVars>
      </dgm:prSet>
      <dgm:spPr/>
      <dgm:t>
        <a:bodyPr/>
        <a:lstStyle/>
        <a:p>
          <a:endParaRPr lang="es-ES"/>
        </a:p>
      </dgm:t>
    </dgm:pt>
    <dgm:pt modelId="{325159BE-9032-4430-967F-66099FCBDE32}" type="pres">
      <dgm:prSet presAssocID="{D9D93EC8-1656-4DF5-A556-575DAE0DFF07}" presName="FiveNodes_3_text" presStyleLbl="node1" presStyleIdx="4" presStyleCnt="5">
        <dgm:presLayoutVars>
          <dgm:bulletEnabled val="1"/>
        </dgm:presLayoutVars>
      </dgm:prSet>
      <dgm:spPr/>
      <dgm:t>
        <a:bodyPr/>
        <a:lstStyle/>
        <a:p>
          <a:endParaRPr lang="es-ES"/>
        </a:p>
      </dgm:t>
    </dgm:pt>
    <dgm:pt modelId="{D2657A14-3A4E-4CC1-A2FF-23CE58C58FB8}" type="pres">
      <dgm:prSet presAssocID="{D9D93EC8-1656-4DF5-A556-575DAE0DFF07}" presName="FiveNodes_4_text" presStyleLbl="node1" presStyleIdx="4" presStyleCnt="5">
        <dgm:presLayoutVars>
          <dgm:bulletEnabled val="1"/>
        </dgm:presLayoutVars>
      </dgm:prSet>
      <dgm:spPr/>
      <dgm:t>
        <a:bodyPr/>
        <a:lstStyle/>
        <a:p>
          <a:endParaRPr lang="es-ES"/>
        </a:p>
      </dgm:t>
    </dgm:pt>
    <dgm:pt modelId="{41B4254E-765C-4AD3-B54B-107D4F468248}" type="pres">
      <dgm:prSet presAssocID="{D9D93EC8-1656-4DF5-A556-575DAE0DFF07}" presName="FiveNodes_5_text" presStyleLbl="node1" presStyleIdx="4" presStyleCnt="5">
        <dgm:presLayoutVars>
          <dgm:bulletEnabled val="1"/>
        </dgm:presLayoutVars>
      </dgm:prSet>
      <dgm:spPr/>
      <dgm:t>
        <a:bodyPr/>
        <a:lstStyle/>
        <a:p>
          <a:endParaRPr lang="es-ES"/>
        </a:p>
      </dgm:t>
    </dgm:pt>
  </dgm:ptLst>
  <dgm:cxnLst>
    <dgm:cxn modelId="{D9A87B67-0CF1-414C-A2FE-ED289DD6B16E}" type="presOf" srcId="{1FE9D618-4662-461A-9310-8132C3E4F6D8}" destId="{2B1AF80B-1FE5-466C-9EFF-BFDA259DEDCA}" srcOrd="0" destOrd="0" presId="urn:microsoft.com/office/officeart/2005/8/layout/vProcess5"/>
    <dgm:cxn modelId="{5A3406F6-DA22-4E5C-9865-2CD05EDA6293}" type="presOf" srcId="{AD7F983E-AE9B-459E-98B1-651A0AC75E50}" destId="{152DB676-D7CC-4AAD-BEF8-5FA739471380}" srcOrd="0" destOrd="0" presId="urn:microsoft.com/office/officeart/2005/8/layout/vProcess5"/>
    <dgm:cxn modelId="{29B7BF2F-2119-4542-8071-F65075D0723F}" type="presOf" srcId="{AEDD2595-1688-44E5-A727-5D92CAD859BE}" destId="{3168C40A-2D5A-426B-A2BA-39829A6EEE5F}" srcOrd="0" destOrd="0" presId="urn:microsoft.com/office/officeart/2005/8/layout/vProcess5"/>
    <dgm:cxn modelId="{8A04DA43-F71A-478B-933A-4ADBE24EE53F}" type="presOf" srcId="{AEDD2595-1688-44E5-A727-5D92CAD859BE}" destId="{325159BE-9032-4430-967F-66099FCBDE32}" srcOrd="1" destOrd="0" presId="urn:microsoft.com/office/officeart/2005/8/layout/vProcess5"/>
    <dgm:cxn modelId="{1AE0C88B-75B5-4E65-B627-D8C646B09D7A}" type="presOf" srcId="{7DF250A6-FBA1-42D9-A03E-CE2B7311FDAA}" destId="{41B4254E-765C-4AD3-B54B-107D4F468248}" srcOrd="1" destOrd="0" presId="urn:microsoft.com/office/officeart/2005/8/layout/vProcess5"/>
    <dgm:cxn modelId="{52390E1E-5152-4B54-B60E-525E9CD47261}" type="presOf" srcId="{9337E634-3A4C-4582-A68C-99B55BD6C895}" destId="{36D74CCF-B2CE-4119-AB21-CC26E6FE97BB}" srcOrd="0" destOrd="0" presId="urn:microsoft.com/office/officeart/2005/8/layout/vProcess5"/>
    <dgm:cxn modelId="{E01E50AD-E425-4725-891E-FA61B89A0D3C}" srcId="{D9D93EC8-1656-4DF5-A556-575DAE0DFF07}" destId="{9B641C31-5C40-4ABD-B8DE-8E335EE9D300}" srcOrd="3" destOrd="0" parTransId="{00C164F8-1109-446A-AB92-4420A3B139BB}" sibTransId="{8E9E8C75-7D93-49B8-9CA5-35D4F7999A92}"/>
    <dgm:cxn modelId="{3C49AD1E-10CA-4C91-A499-9B77A3414A34}" type="presOf" srcId="{1384A5B9-BF14-4105-909C-8C0F381E0F54}" destId="{EA81E3B1-38F9-4298-A223-AD414D274C40}" srcOrd="0" destOrd="0" presId="urn:microsoft.com/office/officeart/2005/8/layout/vProcess5"/>
    <dgm:cxn modelId="{5ED84113-C28E-48E8-9D17-91935575417B}" srcId="{D9D93EC8-1656-4DF5-A556-575DAE0DFF07}" destId="{1384A5B9-BF14-4105-909C-8C0F381E0F54}" srcOrd="1" destOrd="0" parTransId="{0C3C1622-807B-4DAF-B00E-F8E29DC104D8}" sibTransId="{9337E634-3A4C-4582-A68C-99B55BD6C895}"/>
    <dgm:cxn modelId="{B3EA4BFE-CBCB-4D2A-AB06-925A59AB0CC5}" type="presOf" srcId="{7B8DBF99-C937-4F08-82BF-ED101D620724}" destId="{C74F31A2-5110-444D-8910-2EEA4813D677}" srcOrd="0" destOrd="0" presId="urn:microsoft.com/office/officeart/2005/8/layout/vProcess5"/>
    <dgm:cxn modelId="{C0016FCD-0BBC-48D3-B2E1-23EFB1C866CD}" type="presOf" srcId="{1FE9D618-4662-461A-9310-8132C3E4F6D8}" destId="{F54B1B8F-9CE4-4AB7-A62B-04F8EF4CF182}" srcOrd="1" destOrd="0" presId="urn:microsoft.com/office/officeart/2005/8/layout/vProcess5"/>
    <dgm:cxn modelId="{72765C36-88EC-45A3-A081-610ACEDFA1D4}" type="presOf" srcId="{9B641C31-5C40-4ABD-B8DE-8E335EE9D300}" destId="{D8DBA313-9B58-43C5-9E6E-45011FEE294E}" srcOrd="0" destOrd="0" presId="urn:microsoft.com/office/officeart/2005/8/layout/vProcess5"/>
    <dgm:cxn modelId="{A8A234C9-1CD3-4DD2-9C6D-A772346D0EE5}" type="presOf" srcId="{7DF250A6-FBA1-42D9-A03E-CE2B7311FDAA}" destId="{D7CB79AC-3EF1-4972-BC54-A61AE66A2587}" srcOrd="0" destOrd="0" presId="urn:microsoft.com/office/officeart/2005/8/layout/vProcess5"/>
    <dgm:cxn modelId="{4E2C216B-3986-493B-9EC9-33D1AE07B17C}" srcId="{D9D93EC8-1656-4DF5-A556-575DAE0DFF07}" destId="{1FE9D618-4662-461A-9310-8132C3E4F6D8}" srcOrd="0" destOrd="0" parTransId="{5F464B91-04EA-4218-9D9A-33A5ABFA4405}" sibTransId="{AD7F983E-AE9B-459E-98B1-651A0AC75E50}"/>
    <dgm:cxn modelId="{88701D75-22E0-4E6A-B085-868A0246E9F8}" srcId="{D9D93EC8-1656-4DF5-A556-575DAE0DFF07}" destId="{AEDD2595-1688-44E5-A727-5D92CAD859BE}" srcOrd="2" destOrd="0" parTransId="{5108614F-ED0C-45E2-808B-F80140579CBE}" sibTransId="{7B8DBF99-C937-4F08-82BF-ED101D620724}"/>
    <dgm:cxn modelId="{9F8E3032-E5FD-4E10-BE05-34B66B071F31}" type="presOf" srcId="{8E9E8C75-7D93-49B8-9CA5-35D4F7999A92}" destId="{29BB8ADC-222E-4F57-A1CB-8526773CA99B}" srcOrd="0" destOrd="0" presId="urn:microsoft.com/office/officeart/2005/8/layout/vProcess5"/>
    <dgm:cxn modelId="{78795216-6D9D-4DEA-90E6-65DBF4F3F4FC}" type="presOf" srcId="{D9D93EC8-1656-4DF5-A556-575DAE0DFF07}" destId="{1014E62C-7188-4A38-9CF5-67B8E892A2E9}" srcOrd="0" destOrd="0" presId="urn:microsoft.com/office/officeart/2005/8/layout/vProcess5"/>
    <dgm:cxn modelId="{090FA2E2-7E3E-4D56-A8DE-D500FBD4F037}" type="presOf" srcId="{1384A5B9-BF14-4105-909C-8C0F381E0F54}" destId="{49D4D03C-8DD7-4C4B-99D9-4E7BC6143126}" srcOrd="1" destOrd="0" presId="urn:microsoft.com/office/officeart/2005/8/layout/vProcess5"/>
    <dgm:cxn modelId="{26FA8C0F-9105-43B2-88DB-B9E7EC6D8D17}" type="presOf" srcId="{9B641C31-5C40-4ABD-B8DE-8E335EE9D300}" destId="{D2657A14-3A4E-4CC1-A2FF-23CE58C58FB8}" srcOrd="1" destOrd="0" presId="urn:microsoft.com/office/officeart/2005/8/layout/vProcess5"/>
    <dgm:cxn modelId="{0292403F-5A5C-4263-B7C5-02944FAC931A}" srcId="{D9D93EC8-1656-4DF5-A556-575DAE0DFF07}" destId="{7DF250A6-FBA1-42D9-A03E-CE2B7311FDAA}" srcOrd="4" destOrd="0" parTransId="{7F3FA145-2700-4417-A7D4-3A7DCF91279E}" sibTransId="{9251F67F-B632-41FB-8CB7-E19285064FAE}"/>
    <dgm:cxn modelId="{47AE3459-F3C2-460B-96E9-827C4017CE1E}" type="presParOf" srcId="{1014E62C-7188-4A38-9CF5-67B8E892A2E9}" destId="{2A33B860-F002-4F87-AE10-EB71A7BBA684}" srcOrd="0" destOrd="0" presId="urn:microsoft.com/office/officeart/2005/8/layout/vProcess5"/>
    <dgm:cxn modelId="{E96B96F0-2D58-423E-8F17-16BC975AE78E}" type="presParOf" srcId="{1014E62C-7188-4A38-9CF5-67B8E892A2E9}" destId="{2B1AF80B-1FE5-466C-9EFF-BFDA259DEDCA}" srcOrd="1" destOrd="0" presId="urn:microsoft.com/office/officeart/2005/8/layout/vProcess5"/>
    <dgm:cxn modelId="{FE5F66E3-0825-4CD9-A51E-0BF95143B94B}" type="presParOf" srcId="{1014E62C-7188-4A38-9CF5-67B8E892A2E9}" destId="{EA81E3B1-38F9-4298-A223-AD414D274C40}" srcOrd="2" destOrd="0" presId="urn:microsoft.com/office/officeart/2005/8/layout/vProcess5"/>
    <dgm:cxn modelId="{1B757BBB-1D35-4FD6-8772-484801131AC1}" type="presParOf" srcId="{1014E62C-7188-4A38-9CF5-67B8E892A2E9}" destId="{3168C40A-2D5A-426B-A2BA-39829A6EEE5F}" srcOrd="3" destOrd="0" presId="urn:microsoft.com/office/officeart/2005/8/layout/vProcess5"/>
    <dgm:cxn modelId="{3CB9F7BE-F03D-46C1-9612-6A2C09B332BB}" type="presParOf" srcId="{1014E62C-7188-4A38-9CF5-67B8E892A2E9}" destId="{D8DBA313-9B58-43C5-9E6E-45011FEE294E}" srcOrd="4" destOrd="0" presId="urn:microsoft.com/office/officeart/2005/8/layout/vProcess5"/>
    <dgm:cxn modelId="{9BAA8EA3-5236-4625-BF45-43F7A0A1E8ED}" type="presParOf" srcId="{1014E62C-7188-4A38-9CF5-67B8E892A2E9}" destId="{D7CB79AC-3EF1-4972-BC54-A61AE66A2587}" srcOrd="5" destOrd="0" presId="urn:microsoft.com/office/officeart/2005/8/layout/vProcess5"/>
    <dgm:cxn modelId="{E2D9C67F-3B10-45EF-AE68-185D14E40640}" type="presParOf" srcId="{1014E62C-7188-4A38-9CF5-67B8E892A2E9}" destId="{152DB676-D7CC-4AAD-BEF8-5FA739471380}" srcOrd="6" destOrd="0" presId="urn:microsoft.com/office/officeart/2005/8/layout/vProcess5"/>
    <dgm:cxn modelId="{08A7152D-B8FB-4098-84B7-49E847C5FEFF}" type="presParOf" srcId="{1014E62C-7188-4A38-9CF5-67B8E892A2E9}" destId="{36D74CCF-B2CE-4119-AB21-CC26E6FE97BB}" srcOrd="7" destOrd="0" presId="urn:microsoft.com/office/officeart/2005/8/layout/vProcess5"/>
    <dgm:cxn modelId="{920FC161-3230-4268-AF49-FF61490CCAF6}" type="presParOf" srcId="{1014E62C-7188-4A38-9CF5-67B8E892A2E9}" destId="{C74F31A2-5110-444D-8910-2EEA4813D677}" srcOrd="8" destOrd="0" presId="urn:microsoft.com/office/officeart/2005/8/layout/vProcess5"/>
    <dgm:cxn modelId="{8C147394-6F57-4762-ABBC-F45F3928C674}" type="presParOf" srcId="{1014E62C-7188-4A38-9CF5-67B8E892A2E9}" destId="{29BB8ADC-222E-4F57-A1CB-8526773CA99B}" srcOrd="9" destOrd="0" presId="urn:microsoft.com/office/officeart/2005/8/layout/vProcess5"/>
    <dgm:cxn modelId="{18BD6806-C00B-4596-9C03-935E54BABCFF}" type="presParOf" srcId="{1014E62C-7188-4A38-9CF5-67B8E892A2E9}" destId="{F54B1B8F-9CE4-4AB7-A62B-04F8EF4CF182}" srcOrd="10" destOrd="0" presId="urn:microsoft.com/office/officeart/2005/8/layout/vProcess5"/>
    <dgm:cxn modelId="{0E62E1E2-01F9-4063-BF35-2F533A3269F1}" type="presParOf" srcId="{1014E62C-7188-4A38-9CF5-67B8E892A2E9}" destId="{49D4D03C-8DD7-4C4B-99D9-4E7BC6143126}" srcOrd="11" destOrd="0" presId="urn:microsoft.com/office/officeart/2005/8/layout/vProcess5"/>
    <dgm:cxn modelId="{E5A652D6-4A20-4ADF-88FF-DEEEAA259D2E}" type="presParOf" srcId="{1014E62C-7188-4A38-9CF5-67B8E892A2E9}" destId="{325159BE-9032-4430-967F-66099FCBDE32}" srcOrd="12" destOrd="0" presId="urn:microsoft.com/office/officeart/2005/8/layout/vProcess5"/>
    <dgm:cxn modelId="{525AD0F5-940F-4F8C-A8E4-ADF55087989C}" type="presParOf" srcId="{1014E62C-7188-4A38-9CF5-67B8E892A2E9}" destId="{D2657A14-3A4E-4CC1-A2FF-23CE58C58FB8}" srcOrd="13" destOrd="0" presId="urn:microsoft.com/office/officeart/2005/8/layout/vProcess5"/>
    <dgm:cxn modelId="{ABB0EF03-2D81-4C45-9ECD-77C02907A339}" type="presParOf" srcId="{1014E62C-7188-4A38-9CF5-67B8E892A2E9}" destId="{41B4254E-765C-4AD3-B54B-107D4F468248}"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9D93EC8-1656-4DF5-A556-575DAE0DFF07}" type="doc">
      <dgm:prSet loTypeId="urn:microsoft.com/office/officeart/2005/8/layout/process4" loCatId="process" qsTypeId="urn:microsoft.com/office/officeart/2005/8/quickstyle/simple1" qsCatId="simple" csTypeId="urn:microsoft.com/office/officeart/2005/8/colors/colorful1" csCatId="colorful" phldr="1"/>
      <dgm:spPr/>
      <dgm:t>
        <a:bodyPr/>
        <a:lstStyle/>
        <a:p>
          <a:endParaRPr lang="es-ES"/>
        </a:p>
      </dgm:t>
    </dgm:pt>
    <dgm:pt modelId="{1FE9D618-4662-461A-9310-8132C3E4F6D8}">
      <dgm:prSet custT="1"/>
      <dgm:spPr/>
      <dgm:t>
        <a:bodyPr/>
        <a:lstStyle/>
        <a:p>
          <a:r>
            <a:rPr lang="es-ES_tradnl" sz="1200" b="1" dirty="0" smtClean="0">
              <a:latin typeface="+mn-lt"/>
            </a:rPr>
            <a:t>OBJETIVOS Y METAS QUE SE PERSIGUEN</a:t>
          </a:r>
          <a:endParaRPr lang="es-ES" sz="1200" b="1" dirty="0">
            <a:latin typeface="+mn-lt"/>
          </a:endParaRPr>
        </a:p>
      </dgm:t>
    </dgm:pt>
    <dgm:pt modelId="{5F464B91-04EA-4218-9D9A-33A5ABFA4405}" type="parTrans" cxnId="{4E2C216B-3986-493B-9EC9-33D1AE07B17C}">
      <dgm:prSet/>
      <dgm:spPr/>
      <dgm:t>
        <a:bodyPr/>
        <a:lstStyle/>
        <a:p>
          <a:endParaRPr lang="es-ES" sz="4400" b="1">
            <a:latin typeface="+mn-lt"/>
          </a:endParaRPr>
        </a:p>
      </dgm:t>
    </dgm:pt>
    <dgm:pt modelId="{AD7F983E-AE9B-459E-98B1-651A0AC75E50}" type="sibTrans" cxnId="{4E2C216B-3986-493B-9EC9-33D1AE07B17C}">
      <dgm:prSet/>
      <dgm:spPr/>
      <dgm:t>
        <a:bodyPr/>
        <a:lstStyle/>
        <a:p>
          <a:endParaRPr lang="es-ES" sz="4400" b="1">
            <a:latin typeface="+mn-lt"/>
          </a:endParaRPr>
        </a:p>
      </dgm:t>
    </dgm:pt>
    <dgm:pt modelId="{B7E52D78-11AC-425C-B076-5FBF06D4E706}">
      <dgm:prSet custT="1"/>
      <dgm:spPr/>
      <dgm:t>
        <a:bodyPr/>
        <a:lstStyle/>
        <a:p>
          <a:r>
            <a:rPr lang="es-ES_tradnl" sz="1200" b="1" dirty="0" smtClean="0">
              <a:latin typeface="+mn-lt"/>
            </a:rPr>
            <a:t>Actuaciones específicas (por colectivo, por objetivo, etc.)</a:t>
          </a:r>
          <a:endParaRPr lang="es-ES" sz="1200" b="1" dirty="0">
            <a:latin typeface="+mn-lt"/>
          </a:endParaRPr>
        </a:p>
      </dgm:t>
    </dgm:pt>
    <dgm:pt modelId="{C667564A-EE72-48CA-B7E6-280D3A629493}" type="parTrans" cxnId="{2547769D-7520-4424-9B37-4D4950CFE2DC}">
      <dgm:prSet/>
      <dgm:spPr/>
      <dgm:t>
        <a:bodyPr/>
        <a:lstStyle/>
        <a:p>
          <a:endParaRPr lang="es-ES" sz="4400" b="1">
            <a:latin typeface="+mn-lt"/>
          </a:endParaRPr>
        </a:p>
      </dgm:t>
    </dgm:pt>
    <dgm:pt modelId="{67B808E0-A836-4B25-98A8-99B6D3622771}" type="sibTrans" cxnId="{2547769D-7520-4424-9B37-4D4950CFE2DC}">
      <dgm:prSet/>
      <dgm:spPr/>
      <dgm:t>
        <a:bodyPr/>
        <a:lstStyle/>
        <a:p>
          <a:endParaRPr lang="es-ES" sz="4400" b="1">
            <a:latin typeface="+mn-lt"/>
          </a:endParaRPr>
        </a:p>
      </dgm:t>
    </dgm:pt>
    <dgm:pt modelId="{EBB17827-03E7-4EA0-9144-66C9157A6D3B}">
      <dgm:prSet custT="1"/>
      <dgm:spPr/>
      <dgm:t>
        <a:bodyPr/>
        <a:lstStyle/>
        <a:p>
          <a:pPr rtl="0"/>
          <a:r>
            <a:rPr lang="es-ES_tradnl" sz="1050" b="0" dirty="0" smtClean="0">
              <a:latin typeface="+mn-lt"/>
            </a:rPr>
            <a:t>Hitos del proyecto y planes de contingencia</a:t>
          </a:r>
          <a:endParaRPr lang="es-ES_tradnl" sz="1050" b="0" dirty="0">
            <a:latin typeface="+mn-lt"/>
          </a:endParaRPr>
        </a:p>
      </dgm:t>
    </dgm:pt>
    <dgm:pt modelId="{F3DAE150-906B-4C7A-B065-570AEE34BD26}" type="parTrans" cxnId="{CB464D31-5484-4F97-9422-C7312430AE90}">
      <dgm:prSet/>
      <dgm:spPr/>
      <dgm:t>
        <a:bodyPr/>
        <a:lstStyle/>
        <a:p>
          <a:endParaRPr lang="es-ES" sz="4400" b="1">
            <a:latin typeface="+mn-lt"/>
          </a:endParaRPr>
        </a:p>
      </dgm:t>
    </dgm:pt>
    <dgm:pt modelId="{DA7D3F9F-A9EB-445B-90CB-7EAC1E53ADFC}" type="sibTrans" cxnId="{CB464D31-5484-4F97-9422-C7312430AE90}">
      <dgm:prSet/>
      <dgm:spPr/>
      <dgm:t>
        <a:bodyPr/>
        <a:lstStyle/>
        <a:p>
          <a:endParaRPr lang="es-ES" sz="4400" b="1">
            <a:latin typeface="+mn-lt"/>
          </a:endParaRPr>
        </a:p>
      </dgm:t>
    </dgm:pt>
    <dgm:pt modelId="{2CFAFD30-5CA0-4862-802F-C65F661912AB}">
      <dgm:prSet custT="1"/>
      <dgm:spPr/>
      <dgm:t>
        <a:bodyPr/>
        <a:lstStyle/>
        <a:p>
          <a:pPr rtl="0"/>
          <a:r>
            <a:rPr lang="es-ES_tradnl" sz="1200" b="1" dirty="0" smtClean="0">
              <a:latin typeface="+mn-lt"/>
            </a:rPr>
            <a:t>Plan general y cronograma</a:t>
          </a:r>
          <a:endParaRPr lang="es-ES_tradnl" sz="1200" b="1" dirty="0">
            <a:latin typeface="+mn-lt"/>
          </a:endParaRPr>
        </a:p>
      </dgm:t>
    </dgm:pt>
    <dgm:pt modelId="{AF934D69-E114-4EC7-B59D-906E5E719AF6}" type="parTrans" cxnId="{9B932C87-F7A2-494C-8B13-474B3C0721AE}">
      <dgm:prSet/>
      <dgm:spPr/>
      <dgm:t>
        <a:bodyPr/>
        <a:lstStyle/>
        <a:p>
          <a:endParaRPr lang="es-ES" sz="4400" b="1">
            <a:latin typeface="+mn-lt"/>
          </a:endParaRPr>
        </a:p>
      </dgm:t>
    </dgm:pt>
    <dgm:pt modelId="{3D66A4B9-E9C6-4EE8-BAB0-C7971FC62B65}" type="sibTrans" cxnId="{9B932C87-F7A2-494C-8B13-474B3C0721AE}">
      <dgm:prSet/>
      <dgm:spPr/>
      <dgm:t>
        <a:bodyPr/>
        <a:lstStyle/>
        <a:p>
          <a:endParaRPr lang="es-ES" sz="4400" b="1">
            <a:latin typeface="+mn-lt"/>
          </a:endParaRPr>
        </a:p>
      </dgm:t>
    </dgm:pt>
    <dgm:pt modelId="{8C734D60-39E7-47D6-9D0E-0C5E61C6FD1A}">
      <dgm:prSet custT="1"/>
      <dgm:spPr/>
      <dgm:t>
        <a:bodyPr/>
        <a:lstStyle/>
        <a:p>
          <a:pPr rtl="0"/>
          <a:r>
            <a:rPr lang="es-ES" sz="1200" b="1" dirty="0" smtClean="0">
              <a:latin typeface="+mn-lt"/>
            </a:rPr>
            <a:t>Plan de seguimiento y evaluación de las actuaciones</a:t>
          </a:r>
          <a:endParaRPr lang="es-ES" sz="1200" b="1" dirty="0">
            <a:latin typeface="+mn-lt"/>
          </a:endParaRPr>
        </a:p>
      </dgm:t>
    </dgm:pt>
    <dgm:pt modelId="{4AAD0D2D-C955-4212-B49C-DD4EE142CF45}" type="parTrans" cxnId="{EF30CD8F-23DC-494B-BFDB-D9EEFADE84C4}">
      <dgm:prSet/>
      <dgm:spPr/>
      <dgm:t>
        <a:bodyPr/>
        <a:lstStyle/>
        <a:p>
          <a:endParaRPr lang="es-ES" sz="4400" b="1">
            <a:latin typeface="+mn-lt"/>
          </a:endParaRPr>
        </a:p>
      </dgm:t>
    </dgm:pt>
    <dgm:pt modelId="{94E9E2C9-B33D-444A-8AC5-9EF4B6DD65FD}" type="sibTrans" cxnId="{EF30CD8F-23DC-494B-BFDB-D9EEFADE84C4}">
      <dgm:prSet/>
      <dgm:spPr/>
      <dgm:t>
        <a:bodyPr/>
        <a:lstStyle/>
        <a:p>
          <a:endParaRPr lang="es-ES" sz="4400" b="1">
            <a:latin typeface="+mn-lt"/>
          </a:endParaRPr>
        </a:p>
      </dgm:t>
    </dgm:pt>
    <dgm:pt modelId="{70A345BC-6380-400A-A0A4-513F8945733F}">
      <dgm:prSet custT="1"/>
      <dgm:spPr/>
      <dgm:t>
        <a:bodyPr/>
        <a:lstStyle/>
        <a:p>
          <a:pPr rtl="0"/>
          <a:r>
            <a:rPr lang="es-ES_tradnl" sz="1050" b="0" dirty="0" smtClean="0">
              <a:latin typeface="+mn-lt"/>
            </a:rPr>
            <a:t>Sistema de indicadores</a:t>
          </a:r>
          <a:endParaRPr lang="es-ES_tradnl" sz="1050" b="0" dirty="0">
            <a:latin typeface="+mn-lt"/>
          </a:endParaRPr>
        </a:p>
      </dgm:t>
    </dgm:pt>
    <dgm:pt modelId="{77AB079A-F082-49C0-84A6-3E41C510CB8E}" type="parTrans" cxnId="{B32C1776-1973-4A14-A9E1-D9CC4423B7F3}">
      <dgm:prSet/>
      <dgm:spPr/>
      <dgm:t>
        <a:bodyPr/>
        <a:lstStyle/>
        <a:p>
          <a:endParaRPr lang="es-ES" sz="4400" b="1">
            <a:latin typeface="+mn-lt"/>
          </a:endParaRPr>
        </a:p>
      </dgm:t>
    </dgm:pt>
    <dgm:pt modelId="{BE1E9318-3392-43EA-86F6-C62198CF6314}" type="sibTrans" cxnId="{B32C1776-1973-4A14-A9E1-D9CC4423B7F3}">
      <dgm:prSet/>
      <dgm:spPr/>
      <dgm:t>
        <a:bodyPr/>
        <a:lstStyle/>
        <a:p>
          <a:endParaRPr lang="es-ES" sz="4400" b="1">
            <a:latin typeface="+mn-lt"/>
          </a:endParaRPr>
        </a:p>
      </dgm:t>
    </dgm:pt>
    <dgm:pt modelId="{E85980DB-BED9-4341-959C-11AD2E772E29}">
      <dgm:prSet custT="1"/>
      <dgm:spPr/>
      <dgm:t>
        <a:bodyPr/>
        <a:lstStyle/>
        <a:p>
          <a:r>
            <a:rPr lang="es-ES" sz="1200" b="1" dirty="0" smtClean="0">
              <a:latin typeface="+mn-lt"/>
            </a:rPr>
            <a:t>DEFINICIÓN / DESCRIPCIÓN DEL PROBLEMA</a:t>
          </a:r>
          <a:endParaRPr lang="es-ES" sz="1200" b="1" dirty="0">
            <a:latin typeface="+mn-lt"/>
          </a:endParaRPr>
        </a:p>
      </dgm:t>
    </dgm:pt>
    <dgm:pt modelId="{A96FB412-C6BA-4739-AEAD-8C7459D26A1B}" type="parTrans" cxnId="{252D99E1-E49F-4F35-8372-01CFE1684DEA}">
      <dgm:prSet/>
      <dgm:spPr/>
      <dgm:t>
        <a:bodyPr/>
        <a:lstStyle/>
        <a:p>
          <a:endParaRPr lang="es-ES" sz="4400" b="1">
            <a:latin typeface="+mn-lt"/>
          </a:endParaRPr>
        </a:p>
      </dgm:t>
    </dgm:pt>
    <dgm:pt modelId="{C07666D7-1818-4548-923B-B3749A3C8604}" type="sibTrans" cxnId="{252D99E1-E49F-4F35-8372-01CFE1684DEA}">
      <dgm:prSet/>
      <dgm:spPr/>
      <dgm:t>
        <a:bodyPr/>
        <a:lstStyle/>
        <a:p>
          <a:endParaRPr lang="es-ES" sz="4400" b="1">
            <a:latin typeface="+mn-lt"/>
          </a:endParaRPr>
        </a:p>
      </dgm:t>
    </dgm:pt>
    <dgm:pt modelId="{A5E94420-4DBE-43D0-9826-65AE6DF075D8}">
      <dgm:prSet custT="1"/>
      <dgm:spPr/>
      <dgm:t>
        <a:bodyPr/>
        <a:lstStyle/>
        <a:p>
          <a:pPr rtl="0"/>
          <a:r>
            <a:rPr lang="es-ES_tradnl" sz="1200" b="1" dirty="0" smtClean="0">
              <a:latin typeface="+mn-lt"/>
            </a:rPr>
            <a:t>SITUACIÓN FINAL ESPERADA</a:t>
          </a:r>
          <a:endParaRPr lang="es-ES_tradnl" sz="1200" b="1" dirty="0">
            <a:latin typeface="+mn-lt"/>
          </a:endParaRPr>
        </a:p>
      </dgm:t>
    </dgm:pt>
    <dgm:pt modelId="{062D92CE-28A9-460D-9E73-0DF4DE00DC61}" type="parTrans" cxnId="{C9EC3D7A-9460-444F-A3EE-11C2AB337469}">
      <dgm:prSet/>
      <dgm:spPr/>
      <dgm:t>
        <a:bodyPr/>
        <a:lstStyle/>
        <a:p>
          <a:endParaRPr lang="es-ES" sz="4400" b="1">
            <a:latin typeface="+mn-lt"/>
          </a:endParaRPr>
        </a:p>
      </dgm:t>
    </dgm:pt>
    <dgm:pt modelId="{F7F5C047-344D-4256-BBE1-8BCC99F4B94F}" type="sibTrans" cxnId="{C9EC3D7A-9460-444F-A3EE-11C2AB337469}">
      <dgm:prSet/>
      <dgm:spPr/>
      <dgm:t>
        <a:bodyPr/>
        <a:lstStyle/>
        <a:p>
          <a:endParaRPr lang="es-ES" sz="4400" b="1">
            <a:latin typeface="+mn-lt"/>
          </a:endParaRPr>
        </a:p>
      </dgm:t>
    </dgm:pt>
    <dgm:pt modelId="{46153919-28F0-4038-81D0-F7749E5B00D3}">
      <dgm:prSet custT="1"/>
      <dgm:spPr/>
      <dgm:t>
        <a:bodyPr/>
        <a:lstStyle/>
        <a:p>
          <a:r>
            <a:rPr lang="es-ES" sz="1100" b="0" dirty="0" smtClean="0">
              <a:latin typeface="+mn-lt"/>
            </a:rPr>
            <a:t>Estrategias de intervención</a:t>
          </a:r>
          <a:endParaRPr lang="es-ES" sz="1100" b="0" dirty="0">
            <a:latin typeface="+mn-lt"/>
          </a:endParaRPr>
        </a:p>
      </dgm:t>
    </dgm:pt>
    <dgm:pt modelId="{500C6AFB-C15D-4529-928F-A2FF7EF727ED}" type="parTrans" cxnId="{ED0B2C83-38B2-4CE6-8668-1CD2FA144FFF}">
      <dgm:prSet/>
      <dgm:spPr/>
      <dgm:t>
        <a:bodyPr/>
        <a:lstStyle/>
        <a:p>
          <a:endParaRPr lang="es-ES"/>
        </a:p>
      </dgm:t>
    </dgm:pt>
    <dgm:pt modelId="{C093E5D9-1869-48AD-A472-817E2AEB8CFA}" type="sibTrans" cxnId="{ED0B2C83-38B2-4CE6-8668-1CD2FA144FFF}">
      <dgm:prSet/>
      <dgm:spPr/>
      <dgm:t>
        <a:bodyPr/>
        <a:lstStyle/>
        <a:p>
          <a:endParaRPr lang="es-ES"/>
        </a:p>
      </dgm:t>
    </dgm:pt>
    <dgm:pt modelId="{30D9180F-47E3-45E0-A063-C76973EA27A9}">
      <dgm:prSet custT="1"/>
      <dgm:spPr/>
      <dgm:t>
        <a:bodyPr/>
        <a:lstStyle/>
        <a:p>
          <a:r>
            <a:rPr lang="es-ES" sz="1100" b="0" dirty="0" smtClean="0">
              <a:latin typeface="+mn-lt"/>
            </a:rPr>
            <a:t>Colectivos / Recursos</a:t>
          </a:r>
          <a:endParaRPr lang="es-ES" sz="1100" b="0" dirty="0">
            <a:latin typeface="+mn-lt"/>
          </a:endParaRPr>
        </a:p>
      </dgm:t>
    </dgm:pt>
    <dgm:pt modelId="{F605627C-9707-47D2-8CA8-99B28FEC4841}" type="parTrans" cxnId="{81490CC2-7097-463B-B992-988631C87ED5}">
      <dgm:prSet/>
      <dgm:spPr/>
      <dgm:t>
        <a:bodyPr/>
        <a:lstStyle/>
        <a:p>
          <a:endParaRPr lang="es-ES"/>
        </a:p>
      </dgm:t>
    </dgm:pt>
    <dgm:pt modelId="{98BFD66C-E844-4D30-AFBA-762FD5252B32}" type="sibTrans" cxnId="{81490CC2-7097-463B-B992-988631C87ED5}">
      <dgm:prSet/>
      <dgm:spPr/>
      <dgm:t>
        <a:bodyPr/>
        <a:lstStyle/>
        <a:p>
          <a:endParaRPr lang="es-ES"/>
        </a:p>
      </dgm:t>
    </dgm:pt>
    <dgm:pt modelId="{985DFFB6-4E5A-4843-80BF-42703F6C15E3}">
      <dgm:prSet custT="1"/>
      <dgm:spPr/>
      <dgm:t>
        <a:bodyPr/>
        <a:lstStyle/>
        <a:p>
          <a:r>
            <a:rPr lang="es-ES" sz="1100" b="0" dirty="0" smtClean="0">
              <a:latin typeface="+mn-lt"/>
            </a:rPr>
            <a:t>Logros esperados</a:t>
          </a:r>
          <a:endParaRPr lang="es-ES" sz="1100" b="0" dirty="0">
            <a:latin typeface="+mn-lt"/>
          </a:endParaRPr>
        </a:p>
      </dgm:t>
    </dgm:pt>
    <dgm:pt modelId="{C34582FA-4DD8-49FA-9D05-D64152BE9313}" type="parTrans" cxnId="{23789994-208A-451C-8181-7455276B1C30}">
      <dgm:prSet/>
      <dgm:spPr/>
      <dgm:t>
        <a:bodyPr/>
        <a:lstStyle/>
        <a:p>
          <a:endParaRPr lang="es-ES"/>
        </a:p>
      </dgm:t>
    </dgm:pt>
    <dgm:pt modelId="{53A21162-D9D3-4937-BC5D-E0044D896645}" type="sibTrans" cxnId="{23789994-208A-451C-8181-7455276B1C30}">
      <dgm:prSet/>
      <dgm:spPr/>
      <dgm:t>
        <a:bodyPr/>
        <a:lstStyle/>
        <a:p>
          <a:endParaRPr lang="es-ES"/>
        </a:p>
      </dgm:t>
    </dgm:pt>
    <dgm:pt modelId="{3147D30C-50DF-4F04-85CA-70B8B7C0182D}" type="pres">
      <dgm:prSet presAssocID="{D9D93EC8-1656-4DF5-A556-575DAE0DFF07}" presName="Name0" presStyleCnt="0">
        <dgm:presLayoutVars>
          <dgm:dir/>
          <dgm:animLvl val="lvl"/>
          <dgm:resizeHandles val="exact"/>
        </dgm:presLayoutVars>
      </dgm:prSet>
      <dgm:spPr/>
      <dgm:t>
        <a:bodyPr/>
        <a:lstStyle/>
        <a:p>
          <a:endParaRPr lang="es-ES"/>
        </a:p>
      </dgm:t>
    </dgm:pt>
    <dgm:pt modelId="{52753741-2F50-4C12-BB18-6F30E2CF0EC9}" type="pres">
      <dgm:prSet presAssocID="{A5E94420-4DBE-43D0-9826-65AE6DF075D8}" presName="boxAndChildren" presStyleCnt="0"/>
      <dgm:spPr/>
      <dgm:t>
        <a:bodyPr/>
        <a:lstStyle/>
        <a:p>
          <a:endParaRPr lang="es-ES"/>
        </a:p>
      </dgm:t>
    </dgm:pt>
    <dgm:pt modelId="{12BEB3A2-E476-48D2-806C-299804B5F398}" type="pres">
      <dgm:prSet presAssocID="{A5E94420-4DBE-43D0-9826-65AE6DF075D8}" presName="parentTextBox" presStyleLbl="node1" presStyleIdx="0" presStyleCnt="6"/>
      <dgm:spPr/>
      <dgm:t>
        <a:bodyPr/>
        <a:lstStyle/>
        <a:p>
          <a:endParaRPr lang="es-ES"/>
        </a:p>
      </dgm:t>
    </dgm:pt>
    <dgm:pt modelId="{F2C89590-4F5C-4F38-BA1B-1CEE8386B2ED}" type="pres">
      <dgm:prSet presAssocID="{3D66A4B9-E9C6-4EE8-BAB0-C7971FC62B65}" presName="sp" presStyleCnt="0"/>
      <dgm:spPr/>
      <dgm:t>
        <a:bodyPr/>
        <a:lstStyle/>
        <a:p>
          <a:endParaRPr lang="es-ES"/>
        </a:p>
      </dgm:t>
    </dgm:pt>
    <dgm:pt modelId="{122EF2F7-B9F2-4787-8824-33A2F6F739B1}" type="pres">
      <dgm:prSet presAssocID="{2CFAFD30-5CA0-4862-802F-C65F661912AB}" presName="arrowAndChildren" presStyleCnt="0"/>
      <dgm:spPr/>
      <dgm:t>
        <a:bodyPr/>
        <a:lstStyle/>
        <a:p>
          <a:endParaRPr lang="es-ES"/>
        </a:p>
      </dgm:t>
    </dgm:pt>
    <dgm:pt modelId="{3BAA0B06-E591-4426-9A56-BC54A6E01A12}" type="pres">
      <dgm:prSet presAssocID="{2CFAFD30-5CA0-4862-802F-C65F661912AB}" presName="parentTextArrow" presStyleLbl="node1" presStyleIdx="1" presStyleCnt="6"/>
      <dgm:spPr/>
      <dgm:t>
        <a:bodyPr/>
        <a:lstStyle/>
        <a:p>
          <a:endParaRPr lang="es-ES"/>
        </a:p>
      </dgm:t>
    </dgm:pt>
    <dgm:pt modelId="{E0185A2A-87B3-4492-83D1-29B6AF583D41}" type="pres">
      <dgm:prSet presAssocID="{94E9E2C9-B33D-444A-8AC5-9EF4B6DD65FD}" presName="sp" presStyleCnt="0"/>
      <dgm:spPr/>
      <dgm:t>
        <a:bodyPr/>
        <a:lstStyle/>
        <a:p>
          <a:endParaRPr lang="es-ES"/>
        </a:p>
      </dgm:t>
    </dgm:pt>
    <dgm:pt modelId="{A79335DA-55B4-4AA6-B7D3-7545E3B17373}" type="pres">
      <dgm:prSet presAssocID="{8C734D60-39E7-47D6-9D0E-0C5E61C6FD1A}" presName="arrowAndChildren" presStyleCnt="0"/>
      <dgm:spPr/>
      <dgm:t>
        <a:bodyPr/>
        <a:lstStyle/>
        <a:p>
          <a:endParaRPr lang="es-ES"/>
        </a:p>
      </dgm:t>
    </dgm:pt>
    <dgm:pt modelId="{2F489532-010F-4CFB-A12F-41DD036071EF}" type="pres">
      <dgm:prSet presAssocID="{8C734D60-39E7-47D6-9D0E-0C5E61C6FD1A}" presName="parentTextArrow" presStyleLbl="node1" presStyleIdx="1" presStyleCnt="6"/>
      <dgm:spPr/>
      <dgm:t>
        <a:bodyPr/>
        <a:lstStyle/>
        <a:p>
          <a:endParaRPr lang="es-ES"/>
        </a:p>
      </dgm:t>
    </dgm:pt>
    <dgm:pt modelId="{EBF77205-BC0E-4034-A7A8-C08B3DAD7B31}" type="pres">
      <dgm:prSet presAssocID="{8C734D60-39E7-47D6-9D0E-0C5E61C6FD1A}" presName="arrow" presStyleLbl="node1" presStyleIdx="2" presStyleCnt="6"/>
      <dgm:spPr/>
      <dgm:t>
        <a:bodyPr/>
        <a:lstStyle/>
        <a:p>
          <a:endParaRPr lang="es-ES"/>
        </a:p>
      </dgm:t>
    </dgm:pt>
    <dgm:pt modelId="{EA4D36C2-7307-4F0E-98D7-5951DD265252}" type="pres">
      <dgm:prSet presAssocID="{8C734D60-39E7-47D6-9D0E-0C5E61C6FD1A}" presName="descendantArrow" presStyleCnt="0"/>
      <dgm:spPr/>
      <dgm:t>
        <a:bodyPr/>
        <a:lstStyle/>
        <a:p>
          <a:endParaRPr lang="es-ES"/>
        </a:p>
      </dgm:t>
    </dgm:pt>
    <dgm:pt modelId="{54D0FB0B-4A9B-4D6D-A09A-D70D5EB92516}" type="pres">
      <dgm:prSet presAssocID="{EBB17827-03E7-4EA0-9144-66C9157A6D3B}" presName="childTextArrow" presStyleLbl="fgAccFollowNode1" presStyleIdx="0" presStyleCnt="5">
        <dgm:presLayoutVars>
          <dgm:bulletEnabled val="1"/>
        </dgm:presLayoutVars>
      </dgm:prSet>
      <dgm:spPr/>
      <dgm:t>
        <a:bodyPr/>
        <a:lstStyle/>
        <a:p>
          <a:endParaRPr lang="es-ES"/>
        </a:p>
      </dgm:t>
    </dgm:pt>
    <dgm:pt modelId="{7DDA7BE9-AF65-47E9-8D51-C4E6AFECA6BE}" type="pres">
      <dgm:prSet presAssocID="{70A345BC-6380-400A-A0A4-513F8945733F}" presName="childTextArrow" presStyleLbl="fgAccFollowNode1" presStyleIdx="1" presStyleCnt="5">
        <dgm:presLayoutVars>
          <dgm:bulletEnabled val="1"/>
        </dgm:presLayoutVars>
      </dgm:prSet>
      <dgm:spPr/>
      <dgm:t>
        <a:bodyPr/>
        <a:lstStyle/>
        <a:p>
          <a:endParaRPr lang="es-ES"/>
        </a:p>
      </dgm:t>
    </dgm:pt>
    <dgm:pt modelId="{1D6D1B36-C002-4A5C-BFD7-DACD52E9D7E5}" type="pres">
      <dgm:prSet presAssocID="{67B808E0-A836-4B25-98A8-99B6D3622771}" presName="sp" presStyleCnt="0"/>
      <dgm:spPr/>
      <dgm:t>
        <a:bodyPr/>
        <a:lstStyle/>
        <a:p>
          <a:endParaRPr lang="es-ES"/>
        </a:p>
      </dgm:t>
    </dgm:pt>
    <dgm:pt modelId="{08806933-5D64-47B5-BCF4-96CF43DA0D2B}" type="pres">
      <dgm:prSet presAssocID="{B7E52D78-11AC-425C-B076-5FBF06D4E706}" presName="arrowAndChildren" presStyleCnt="0"/>
      <dgm:spPr/>
      <dgm:t>
        <a:bodyPr/>
        <a:lstStyle/>
        <a:p>
          <a:endParaRPr lang="es-ES"/>
        </a:p>
      </dgm:t>
    </dgm:pt>
    <dgm:pt modelId="{29464FAB-9DD5-4CC0-A1D9-9018ED62DC91}" type="pres">
      <dgm:prSet presAssocID="{B7E52D78-11AC-425C-B076-5FBF06D4E706}" presName="parentTextArrow" presStyleLbl="node1" presStyleIdx="2" presStyleCnt="6"/>
      <dgm:spPr/>
      <dgm:t>
        <a:bodyPr/>
        <a:lstStyle/>
        <a:p>
          <a:endParaRPr lang="es-ES"/>
        </a:p>
      </dgm:t>
    </dgm:pt>
    <dgm:pt modelId="{9184764F-E52E-4038-8D69-5AD391D26375}" type="pres">
      <dgm:prSet presAssocID="{B7E52D78-11AC-425C-B076-5FBF06D4E706}" presName="arrow" presStyleLbl="node1" presStyleIdx="3" presStyleCnt="6"/>
      <dgm:spPr/>
      <dgm:t>
        <a:bodyPr/>
        <a:lstStyle/>
        <a:p>
          <a:endParaRPr lang="es-ES"/>
        </a:p>
      </dgm:t>
    </dgm:pt>
    <dgm:pt modelId="{D7AFE08D-B86D-4A13-AFDA-1555479554E1}" type="pres">
      <dgm:prSet presAssocID="{B7E52D78-11AC-425C-B076-5FBF06D4E706}" presName="descendantArrow" presStyleCnt="0"/>
      <dgm:spPr/>
    </dgm:pt>
    <dgm:pt modelId="{DDDF8437-B3BC-4119-9112-4AA0EBB10FA5}" type="pres">
      <dgm:prSet presAssocID="{46153919-28F0-4038-81D0-F7749E5B00D3}" presName="childTextArrow" presStyleLbl="fgAccFollowNode1" presStyleIdx="2" presStyleCnt="5">
        <dgm:presLayoutVars>
          <dgm:bulletEnabled val="1"/>
        </dgm:presLayoutVars>
      </dgm:prSet>
      <dgm:spPr/>
      <dgm:t>
        <a:bodyPr/>
        <a:lstStyle/>
        <a:p>
          <a:endParaRPr lang="es-ES"/>
        </a:p>
      </dgm:t>
    </dgm:pt>
    <dgm:pt modelId="{40C10E17-A15D-43B5-B05A-163F50ABF91F}" type="pres">
      <dgm:prSet presAssocID="{30D9180F-47E3-45E0-A063-C76973EA27A9}" presName="childTextArrow" presStyleLbl="fgAccFollowNode1" presStyleIdx="3" presStyleCnt="5">
        <dgm:presLayoutVars>
          <dgm:bulletEnabled val="1"/>
        </dgm:presLayoutVars>
      </dgm:prSet>
      <dgm:spPr/>
      <dgm:t>
        <a:bodyPr/>
        <a:lstStyle/>
        <a:p>
          <a:endParaRPr lang="es-ES"/>
        </a:p>
      </dgm:t>
    </dgm:pt>
    <dgm:pt modelId="{9622D764-F7AC-45C6-A0C7-3DFFB024A09C}" type="pres">
      <dgm:prSet presAssocID="{985DFFB6-4E5A-4843-80BF-42703F6C15E3}" presName="childTextArrow" presStyleLbl="fgAccFollowNode1" presStyleIdx="4" presStyleCnt="5">
        <dgm:presLayoutVars>
          <dgm:bulletEnabled val="1"/>
        </dgm:presLayoutVars>
      </dgm:prSet>
      <dgm:spPr/>
      <dgm:t>
        <a:bodyPr/>
        <a:lstStyle/>
        <a:p>
          <a:endParaRPr lang="es-ES"/>
        </a:p>
      </dgm:t>
    </dgm:pt>
    <dgm:pt modelId="{FDD0A5EF-7464-4D81-989E-430E186A7F0B}" type="pres">
      <dgm:prSet presAssocID="{AD7F983E-AE9B-459E-98B1-651A0AC75E50}" presName="sp" presStyleCnt="0"/>
      <dgm:spPr/>
      <dgm:t>
        <a:bodyPr/>
        <a:lstStyle/>
        <a:p>
          <a:endParaRPr lang="es-ES"/>
        </a:p>
      </dgm:t>
    </dgm:pt>
    <dgm:pt modelId="{EDC6BF15-8750-40B1-B941-445B91C45187}" type="pres">
      <dgm:prSet presAssocID="{1FE9D618-4662-461A-9310-8132C3E4F6D8}" presName="arrowAndChildren" presStyleCnt="0"/>
      <dgm:spPr/>
      <dgm:t>
        <a:bodyPr/>
        <a:lstStyle/>
        <a:p>
          <a:endParaRPr lang="es-ES"/>
        </a:p>
      </dgm:t>
    </dgm:pt>
    <dgm:pt modelId="{06C6232C-871F-462D-B6E9-2C47FD9F2893}" type="pres">
      <dgm:prSet presAssocID="{1FE9D618-4662-461A-9310-8132C3E4F6D8}" presName="parentTextArrow" presStyleLbl="node1" presStyleIdx="4" presStyleCnt="6"/>
      <dgm:spPr/>
      <dgm:t>
        <a:bodyPr/>
        <a:lstStyle/>
        <a:p>
          <a:endParaRPr lang="es-ES"/>
        </a:p>
      </dgm:t>
    </dgm:pt>
    <dgm:pt modelId="{95E0BB45-83B3-4A0B-8F3B-26569ABC1567}" type="pres">
      <dgm:prSet presAssocID="{C07666D7-1818-4548-923B-B3749A3C8604}" presName="sp" presStyleCnt="0"/>
      <dgm:spPr/>
      <dgm:t>
        <a:bodyPr/>
        <a:lstStyle/>
        <a:p>
          <a:endParaRPr lang="es-ES"/>
        </a:p>
      </dgm:t>
    </dgm:pt>
    <dgm:pt modelId="{F2EDBF63-E237-4D00-B54C-C4D8394C259E}" type="pres">
      <dgm:prSet presAssocID="{E85980DB-BED9-4341-959C-11AD2E772E29}" presName="arrowAndChildren" presStyleCnt="0"/>
      <dgm:spPr/>
      <dgm:t>
        <a:bodyPr/>
        <a:lstStyle/>
        <a:p>
          <a:endParaRPr lang="es-ES"/>
        </a:p>
      </dgm:t>
    </dgm:pt>
    <dgm:pt modelId="{9140F5B5-33DE-4F47-AC27-086E2FCC9B05}" type="pres">
      <dgm:prSet presAssocID="{E85980DB-BED9-4341-959C-11AD2E772E29}" presName="parentTextArrow" presStyleLbl="node1" presStyleIdx="5" presStyleCnt="6"/>
      <dgm:spPr/>
      <dgm:t>
        <a:bodyPr/>
        <a:lstStyle/>
        <a:p>
          <a:endParaRPr lang="es-ES"/>
        </a:p>
      </dgm:t>
    </dgm:pt>
  </dgm:ptLst>
  <dgm:cxnLst>
    <dgm:cxn modelId="{202B11C5-71B9-4D93-BE18-C557B992DA77}" type="presOf" srcId="{B7E52D78-11AC-425C-B076-5FBF06D4E706}" destId="{9184764F-E52E-4038-8D69-5AD391D26375}" srcOrd="1" destOrd="0" presId="urn:microsoft.com/office/officeart/2005/8/layout/process4"/>
    <dgm:cxn modelId="{4E2C216B-3986-493B-9EC9-33D1AE07B17C}" srcId="{D9D93EC8-1656-4DF5-A556-575DAE0DFF07}" destId="{1FE9D618-4662-461A-9310-8132C3E4F6D8}" srcOrd="1" destOrd="0" parTransId="{5F464B91-04EA-4218-9D9A-33A5ABFA4405}" sibTransId="{AD7F983E-AE9B-459E-98B1-651A0AC75E50}"/>
    <dgm:cxn modelId="{CB464D31-5484-4F97-9422-C7312430AE90}" srcId="{8C734D60-39E7-47D6-9D0E-0C5E61C6FD1A}" destId="{EBB17827-03E7-4EA0-9144-66C9157A6D3B}" srcOrd="0" destOrd="0" parTransId="{F3DAE150-906B-4C7A-B065-570AEE34BD26}" sibTransId="{DA7D3F9F-A9EB-445B-90CB-7EAC1E53ADFC}"/>
    <dgm:cxn modelId="{F39EC340-8B4F-488B-B1AD-1A30460B54A3}" type="presOf" srcId="{D9D93EC8-1656-4DF5-A556-575DAE0DFF07}" destId="{3147D30C-50DF-4F04-85CA-70B8B7C0182D}" srcOrd="0" destOrd="0" presId="urn:microsoft.com/office/officeart/2005/8/layout/process4"/>
    <dgm:cxn modelId="{48A02C48-E005-4436-9B76-4416FC6F11E0}" type="presOf" srcId="{985DFFB6-4E5A-4843-80BF-42703F6C15E3}" destId="{9622D764-F7AC-45C6-A0C7-3DFFB024A09C}" srcOrd="0" destOrd="0" presId="urn:microsoft.com/office/officeart/2005/8/layout/process4"/>
    <dgm:cxn modelId="{3EE3E8FD-0775-47C3-BFF5-37B24ACE5DCE}" type="presOf" srcId="{B7E52D78-11AC-425C-B076-5FBF06D4E706}" destId="{29464FAB-9DD5-4CC0-A1D9-9018ED62DC91}" srcOrd="0" destOrd="0" presId="urn:microsoft.com/office/officeart/2005/8/layout/process4"/>
    <dgm:cxn modelId="{9B932C87-F7A2-494C-8B13-474B3C0721AE}" srcId="{D9D93EC8-1656-4DF5-A556-575DAE0DFF07}" destId="{2CFAFD30-5CA0-4862-802F-C65F661912AB}" srcOrd="4" destOrd="0" parTransId="{AF934D69-E114-4EC7-B59D-906E5E719AF6}" sibTransId="{3D66A4B9-E9C6-4EE8-BAB0-C7971FC62B65}"/>
    <dgm:cxn modelId="{14A36548-E80B-4A05-943E-73B3654158A0}" type="presOf" srcId="{E85980DB-BED9-4341-959C-11AD2E772E29}" destId="{9140F5B5-33DE-4F47-AC27-086E2FCC9B05}" srcOrd="0" destOrd="0" presId="urn:microsoft.com/office/officeart/2005/8/layout/process4"/>
    <dgm:cxn modelId="{23789994-208A-451C-8181-7455276B1C30}" srcId="{B7E52D78-11AC-425C-B076-5FBF06D4E706}" destId="{985DFFB6-4E5A-4843-80BF-42703F6C15E3}" srcOrd="2" destOrd="0" parTransId="{C34582FA-4DD8-49FA-9D05-D64152BE9313}" sibTransId="{53A21162-D9D3-4937-BC5D-E0044D896645}"/>
    <dgm:cxn modelId="{8F613C53-8373-4807-9861-DAE4145C9602}" type="presOf" srcId="{1FE9D618-4662-461A-9310-8132C3E4F6D8}" destId="{06C6232C-871F-462D-B6E9-2C47FD9F2893}" srcOrd="0" destOrd="0" presId="urn:microsoft.com/office/officeart/2005/8/layout/process4"/>
    <dgm:cxn modelId="{EF30CD8F-23DC-494B-BFDB-D9EEFADE84C4}" srcId="{D9D93EC8-1656-4DF5-A556-575DAE0DFF07}" destId="{8C734D60-39E7-47D6-9D0E-0C5E61C6FD1A}" srcOrd="3" destOrd="0" parTransId="{4AAD0D2D-C955-4212-B49C-DD4EE142CF45}" sibTransId="{94E9E2C9-B33D-444A-8AC5-9EF4B6DD65FD}"/>
    <dgm:cxn modelId="{9B21E651-CE41-4297-8FE9-96F616B8173C}" type="presOf" srcId="{2CFAFD30-5CA0-4862-802F-C65F661912AB}" destId="{3BAA0B06-E591-4426-9A56-BC54A6E01A12}" srcOrd="0" destOrd="0" presId="urn:microsoft.com/office/officeart/2005/8/layout/process4"/>
    <dgm:cxn modelId="{0DF1998E-A039-4311-90D0-DC3DA41C9C19}" type="presOf" srcId="{8C734D60-39E7-47D6-9D0E-0C5E61C6FD1A}" destId="{2F489532-010F-4CFB-A12F-41DD036071EF}" srcOrd="0" destOrd="0" presId="urn:microsoft.com/office/officeart/2005/8/layout/process4"/>
    <dgm:cxn modelId="{81490CC2-7097-463B-B992-988631C87ED5}" srcId="{B7E52D78-11AC-425C-B076-5FBF06D4E706}" destId="{30D9180F-47E3-45E0-A063-C76973EA27A9}" srcOrd="1" destOrd="0" parTransId="{F605627C-9707-47D2-8CA8-99B28FEC4841}" sibTransId="{98BFD66C-E844-4D30-AFBA-762FD5252B32}"/>
    <dgm:cxn modelId="{D33576F8-58ED-4F19-AB28-4EC6FEB5A712}" type="presOf" srcId="{46153919-28F0-4038-81D0-F7749E5B00D3}" destId="{DDDF8437-B3BC-4119-9112-4AA0EBB10FA5}" srcOrd="0" destOrd="0" presId="urn:microsoft.com/office/officeart/2005/8/layout/process4"/>
    <dgm:cxn modelId="{ED0B2C83-38B2-4CE6-8668-1CD2FA144FFF}" srcId="{B7E52D78-11AC-425C-B076-5FBF06D4E706}" destId="{46153919-28F0-4038-81D0-F7749E5B00D3}" srcOrd="0" destOrd="0" parTransId="{500C6AFB-C15D-4529-928F-A2FF7EF727ED}" sibTransId="{C093E5D9-1869-48AD-A472-817E2AEB8CFA}"/>
    <dgm:cxn modelId="{5DD32CD9-DF0B-46FA-9A7F-0F2F0B8C7ED4}" type="presOf" srcId="{8C734D60-39E7-47D6-9D0E-0C5E61C6FD1A}" destId="{EBF77205-BC0E-4034-A7A8-C08B3DAD7B31}" srcOrd="1" destOrd="0" presId="urn:microsoft.com/office/officeart/2005/8/layout/process4"/>
    <dgm:cxn modelId="{B32C1776-1973-4A14-A9E1-D9CC4423B7F3}" srcId="{8C734D60-39E7-47D6-9D0E-0C5E61C6FD1A}" destId="{70A345BC-6380-400A-A0A4-513F8945733F}" srcOrd="1" destOrd="0" parTransId="{77AB079A-F082-49C0-84A6-3E41C510CB8E}" sibTransId="{BE1E9318-3392-43EA-86F6-C62198CF6314}"/>
    <dgm:cxn modelId="{40435B70-7F90-4092-ABB5-9D4EF6F1DCF9}" type="presOf" srcId="{70A345BC-6380-400A-A0A4-513F8945733F}" destId="{7DDA7BE9-AF65-47E9-8D51-C4E6AFECA6BE}" srcOrd="0" destOrd="0" presId="urn:microsoft.com/office/officeart/2005/8/layout/process4"/>
    <dgm:cxn modelId="{C9EC3D7A-9460-444F-A3EE-11C2AB337469}" srcId="{D9D93EC8-1656-4DF5-A556-575DAE0DFF07}" destId="{A5E94420-4DBE-43D0-9826-65AE6DF075D8}" srcOrd="5" destOrd="0" parTransId="{062D92CE-28A9-460D-9E73-0DF4DE00DC61}" sibTransId="{F7F5C047-344D-4256-BBE1-8BCC99F4B94F}"/>
    <dgm:cxn modelId="{EAFF466C-F5C5-42E2-B016-672DE586626F}" type="presOf" srcId="{A5E94420-4DBE-43D0-9826-65AE6DF075D8}" destId="{12BEB3A2-E476-48D2-806C-299804B5F398}" srcOrd="0" destOrd="0" presId="urn:microsoft.com/office/officeart/2005/8/layout/process4"/>
    <dgm:cxn modelId="{9F7B5FE5-0CA6-4790-9E2B-78BFFC42E29B}" type="presOf" srcId="{EBB17827-03E7-4EA0-9144-66C9157A6D3B}" destId="{54D0FB0B-4A9B-4D6D-A09A-D70D5EB92516}" srcOrd="0" destOrd="0" presId="urn:microsoft.com/office/officeart/2005/8/layout/process4"/>
    <dgm:cxn modelId="{2547769D-7520-4424-9B37-4D4950CFE2DC}" srcId="{D9D93EC8-1656-4DF5-A556-575DAE0DFF07}" destId="{B7E52D78-11AC-425C-B076-5FBF06D4E706}" srcOrd="2" destOrd="0" parTransId="{C667564A-EE72-48CA-B7E6-280D3A629493}" sibTransId="{67B808E0-A836-4B25-98A8-99B6D3622771}"/>
    <dgm:cxn modelId="{252D99E1-E49F-4F35-8372-01CFE1684DEA}" srcId="{D9D93EC8-1656-4DF5-A556-575DAE0DFF07}" destId="{E85980DB-BED9-4341-959C-11AD2E772E29}" srcOrd="0" destOrd="0" parTransId="{A96FB412-C6BA-4739-AEAD-8C7459D26A1B}" sibTransId="{C07666D7-1818-4548-923B-B3749A3C8604}"/>
    <dgm:cxn modelId="{5724E416-4B1E-447E-814C-38334EEFFBFC}" type="presOf" srcId="{30D9180F-47E3-45E0-A063-C76973EA27A9}" destId="{40C10E17-A15D-43B5-B05A-163F50ABF91F}" srcOrd="0" destOrd="0" presId="urn:microsoft.com/office/officeart/2005/8/layout/process4"/>
    <dgm:cxn modelId="{C0F55E22-236F-4C2C-8E8D-5BF6384E27B3}" type="presParOf" srcId="{3147D30C-50DF-4F04-85CA-70B8B7C0182D}" destId="{52753741-2F50-4C12-BB18-6F30E2CF0EC9}" srcOrd="0" destOrd="0" presId="urn:microsoft.com/office/officeart/2005/8/layout/process4"/>
    <dgm:cxn modelId="{F0E8BDA6-650A-4B60-AB4F-60187BA45681}" type="presParOf" srcId="{52753741-2F50-4C12-BB18-6F30E2CF0EC9}" destId="{12BEB3A2-E476-48D2-806C-299804B5F398}" srcOrd="0" destOrd="0" presId="urn:microsoft.com/office/officeart/2005/8/layout/process4"/>
    <dgm:cxn modelId="{D70E071D-A963-4E2B-B1EA-227BB9D6887C}" type="presParOf" srcId="{3147D30C-50DF-4F04-85CA-70B8B7C0182D}" destId="{F2C89590-4F5C-4F38-BA1B-1CEE8386B2ED}" srcOrd="1" destOrd="0" presId="urn:microsoft.com/office/officeart/2005/8/layout/process4"/>
    <dgm:cxn modelId="{4E22D639-24A9-413C-B241-DE3C37F03C74}" type="presParOf" srcId="{3147D30C-50DF-4F04-85CA-70B8B7C0182D}" destId="{122EF2F7-B9F2-4787-8824-33A2F6F739B1}" srcOrd="2" destOrd="0" presId="urn:microsoft.com/office/officeart/2005/8/layout/process4"/>
    <dgm:cxn modelId="{996512CC-44F8-44EC-8B79-6C9E61A01083}" type="presParOf" srcId="{122EF2F7-B9F2-4787-8824-33A2F6F739B1}" destId="{3BAA0B06-E591-4426-9A56-BC54A6E01A12}" srcOrd="0" destOrd="0" presId="urn:microsoft.com/office/officeart/2005/8/layout/process4"/>
    <dgm:cxn modelId="{2996BB86-63C3-4943-B647-B59315F858B3}" type="presParOf" srcId="{3147D30C-50DF-4F04-85CA-70B8B7C0182D}" destId="{E0185A2A-87B3-4492-83D1-29B6AF583D41}" srcOrd="3" destOrd="0" presId="urn:microsoft.com/office/officeart/2005/8/layout/process4"/>
    <dgm:cxn modelId="{279EBD24-DA7F-4BBC-ADCA-D2529FB27302}" type="presParOf" srcId="{3147D30C-50DF-4F04-85CA-70B8B7C0182D}" destId="{A79335DA-55B4-4AA6-B7D3-7545E3B17373}" srcOrd="4" destOrd="0" presId="urn:microsoft.com/office/officeart/2005/8/layout/process4"/>
    <dgm:cxn modelId="{B57FB5BF-C57A-465B-891C-B9CB0CE30878}" type="presParOf" srcId="{A79335DA-55B4-4AA6-B7D3-7545E3B17373}" destId="{2F489532-010F-4CFB-A12F-41DD036071EF}" srcOrd="0" destOrd="0" presId="urn:microsoft.com/office/officeart/2005/8/layout/process4"/>
    <dgm:cxn modelId="{8EEE5A79-2290-40F0-9FBA-A4B47635592B}" type="presParOf" srcId="{A79335DA-55B4-4AA6-B7D3-7545E3B17373}" destId="{EBF77205-BC0E-4034-A7A8-C08B3DAD7B31}" srcOrd="1" destOrd="0" presId="urn:microsoft.com/office/officeart/2005/8/layout/process4"/>
    <dgm:cxn modelId="{045B6C97-173D-4AE4-AEAF-391480955571}" type="presParOf" srcId="{A79335DA-55B4-4AA6-B7D3-7545E3B17373}" destId="{EA4D36C2-7307-4F0E-98D7-5951DD265252}" srcOrd="2" destOrd="0" presId="urn:microsoft.com/office/officeart/2005/8/layout/process4"/>
    <dgm:cxn modelId="{9DDBB442-94DB-423A-9B4B-FE18BFF9A4FE}" type="presParOf" srcId="{EA4D36C2-7307-4F0E-98D7-5951DD265252}" destId="{54D0FB0B-4A9B-4D6D-A09A-D70D5EB92516}" srcOrd="0" destOrd="0" presId="urn:microsoft.com/office/officeart/2005/8/layout/process4"/>
    <dgm:cxn modelId="{13174DFD-FE3D-40D8-9EED-F822E6DADC49}" type="presParOf" srcId="{EA4D36C2-7307-4F0E-98D7-5951DD265252}" destId="{7DDA7BE9-AF65-47E9-8D51-C4E6AFECA6BE}" srcOrd="1" destOrd="0" presId="urn:microsoft.com/office/officeart/2005/8/layout/process4"/>
    <dgm:cxn modelId="{96FF0301-6CB8-495B-A744-C5ADEF6F49BB}" type="presParOf" srcId="{3147D30C-50DF-4F04-85CA-70B8B7C0182D}" destId="{1D6D1B36-C002-4A5C-BFD7-DACD52E9D7E5}" srcOrd="5" destOrd="0" presId="urn:microsoft.com/office/officeart/2005/8/layout/process4"/>
    <dgm:cxn modelId="{FA6DA004-D107-40F5-8D84-C9F74AF3D282}" type="presParOf" srcId="{3147D30C-50DF-4F04-85CA-70B8B7C0182D}" destId="{08806933-5D64-47B5-BCF4-96CF43DA0D2B}" srcOrd="6" destOrd="0" presId="urn:microsoft.com/office/officeart/2005/8/layout/process4"/>
    <dgm:cxn modelId="{FF36E557-4647-47D3-9CE9-2989B5DC39B7}" type="presParOf" srcId="{08806933-5D64-47B5-BCF4-96CF43DA0D2B}" destId="{29464FAB-9DD5-4CC0-A1D9-9018ED62DC91}" srcOrd="0" destOrd="0" presId="urn:microsoft.com/office/officeart/2005/8/layout/process4"/>
    <dgm:cxn modelId="{EB81E572-9B63-4FEF-80B7-D4577447E894}" type="presParOf" srcId="{08806933-5D64-47B5-BCF4-96CF43DA0D2B}" destId="{9184764F-E52E-4038-8D69-5AD391D26375}" srcOrd="1" destOrd="0" presId="urn:microsoft.com/office/officeart/2005/8/layout/process4"/>
    <dgm:cxn modelId="{2A4555AE-BD54-44BF-832C-666DCB7376E4}" type="presParOf" srcId="{08806933-5D64-47B5-BCF4-96CF43DA0D2B}" destId="{D7AFE08D-B86D-4A13-AFDA-1555479554E1}" srcOrd="2" destOrd="0" presId="urn:microsoft.com/office/officeart/2005/8/layout/process4"/>
    <dgm:cxn modelId="{4904491F-DAD9-47A6-B864-17A2135846A4}" type="presParOf" srcId="{D7AFE08D-B86D-4A13-AFDA-1555479554E1}" destId="{DDDF8437-B3BC-4119-9112-4AA0EBB10FA5}" srcOrd="0" destOrd="0" presId="urn:microsoft.com/office/officeart/2005/8/layout/process4"/>
    <dgm:cxn modelId="{B9B66E39-760F-4CB7-B083-CA867CBD15FC}" type="presParOf" srcId="{D7AFE08D-B86D-4A13-AFDA-1555479554E1}" destId="{40C10E17-A15D-43B5-B05A-163F50ABF91F}" srcOrd="1" destOrd="0" presId="urn:microsoft.com/office/officeart/2005/8/layout/process4"/>
    <dgm:cxn modelId="{267FA6D7-38AB-4BC2-8BF1-5589B5502FF7}" type="presParOf" srcId="{D7AFE08D-B86D-4A13-AFDA-1555479554E1}" destId="{9622D764-F7AC-45C6-A0C7-3DFFB024A09C}" srcOrd="2" destOrd="0" presId="urn:microsoft.com/office/officeart/2005/8/layout/process4"/>
    <dgm:cxn modelId="{2CE96DD1-4AF2-4B51-911C-4E403C4D1470}" type="presParOf" srcId="{3147D30C-50DF-4F04-85CA-70B8B7C0182D}" destId="{FDD0A5EF-7464-4D81-989E-430E186A7F0B}" srcOrd="7" destOrd="0" presId="urn:microsoft.com/office/officeart/2005/8/layout/process4"/>
    <dgm:cxn modelId="{3B5FA2C7-52FE-4C37-A65D-479977B96EE2}" type="presParOf" srcId="{3147D30C-50DF-4F04-85CA-70B8B7C0182D}" destId="{EDC6BF15-8750-40B1-B941-445B91C45187}" srcOrd="8" destOrd="0" presId="urn:microsoft.com/office/officeart/2005/8/layout/process4"/>
    <dgm:cxn modelId="{C7A1183F-C971-44C7-8635-EB29D427B7D1}" type="presParOf" srcId="{EDC6BF15-8750-40B1-B941-445B91C45187}" destId="{06C6232C-871F-462D-B6E9-2C47FD9F2893}" srcOrd="0" destOrd="0" presId="urn:microsoft.com/office/officeart/2005/8/layout/process4"/>
    <dgm:cxn modelId="{6F23A348-4247-4369-932B-7630CDABB74B}" type="presParOf" srcId="{3147D30C-50DF-4F04-85CA-70B8B7C0182D}" destId="{95E0BB45-83B3-4A0B-8F3B-26569ABC1567}" srcOrd="9" destOrd="0" presId="urn:microsoft.com/office/officeart/2005/8/layout/process4"/>
    <dgm:cxn modelId="{7C1A668A-9DDB-4B34-9268-743A879C673B}" type="presParOf" srcId="{3147D30C-50DF-4F04-85CA-70B8B7C0182D}" destId="{F2EDBF63-E237-4D00-B54C-C4D8394C259E}" srcOrd="10" destOrd="0" presId="urn:microsoft.com/office/officeart/2005/8/layout/process4"/>
    <dgm:cxn modelId="{E61099E1-2AED-491C-B6B5-F1AD7EA7C968}" type="presParOf" srcId="{F2EDBF63-E237-4D00-B54C-C4D8394C259E}" destId="{9140F5B5-33DE-4F47-AC27-086E2FCC9B05}"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BC2A7D0-5ECE-4DEC-9382-64B41002ACEB}" type="doc">
      <dgm:prSet loTypeId="urn:microsoft.com/office/officeart/2005/8/layout/lProcess3" loCatId="process" qsTypeId="urn:microsoft.com/office/officeart/2005/8/quickstyle/simple1" qsCatId="simple" csTypeId="urn:microsoft.com/office/officeart/2005/8/colors/accent1_2" csCatId="accent1" phldr="1"/>
      <dgm:spPr/>
      <dgm:t>
        <a:bodyPr/>
        <a:lstStyle/>
        <a:p>
          <a:endParaRPr lang="es-ES"/>
        </a:p>
      </dgm:t>
    </dgm:pt>
    <dgm:pt modelId="{30113054-F113-4EA7-9C9A-845BA6C3AAF5}">
      <dgm:prSet phldrT="[Texto]"/>
      <dgm:spPr/>
      <dgm:t>
        <a:bodyPr/>
        <a:lstStyle/>
        <a:p>
          <a:r>
            <a:rPr lang="es-ES" dirty="0" smtClean="0"/>
            <a:t>Problema a abordar</a:t>
          </a:r>
          <a:endParaRPr lang="es-ES" dirty="0"/>
        </a:p>
      </dgm:t>
    </dgm:pt>
    <dgm:pt modelId="{20EFCF17-367F-4521-A189-F790CB0720B9}" type="parTrans" cxnId="{40FDBEE7-B806-464F-BD4E-28ABC8A72C49}">
      <dgm:prSet/>
      <dgm:spPr/>
      <dgm:t>
        <a:bodyPr/>
        <a:lstStyle/>
        <a:p>
          <a:endParaRPr lang="es-ES"/>
        </a:p>
      </dgm:t>
    </dgm:pt>
    <dgm:pt modelId="{67BF1CAA-B51E-47DD-A4D4-38888E6FDC4E}" type="sibTrans" cxnId="{40FDBEE7-B806-464F-BD4E-28ABC8A72C49}">
      <dgm:prSet/>
      <dgm:spPr/>
      <dgm:t>
        <a:bodyPr/>
        <a:lstStyle/>
        <a:p>
          <a:endParaRPr lang="es-ES"/>
        </a:p>
      </dgm:t>
    </dgm:pt>
    <dgm:pt modelId="{EE69DCE7-FC08-42B8-810A-5B4BBF2D9A15}">
      <dgm:prSet phldrT="[Texto]"/>
      <dgm:spPr/>
      <dgm:t>
        <a:bodyPr/>
        <a:lstStyle/>
        <a:p>
          <a:r>
            <a:rPr lang="es-ES" dirty="0" smtClean="0"/>
            <a:t>Objetivos del Proyecto</a:t>
          </a:r>
          <a:endParaRPr lang="es-ES" dirty="0"/>
        </a:p>
      </dgm:t>
    </dgm:pt>
    <dgm:pt modelId="{F66C9369-55E5-4B66-8DD7-369FEC8AF371}" type="parTrans" cxnId="{FFEAD351-4247-4AB0-A93E-4ECFFBDB0202}">
      <dgm:prSet/>
      <dgm:spPr/>
      <dgm:t>
        <a:bodyPr/>
        <a:lstStyle/>
        <a:p>
          <a:endParaRPr lang="es-ES"/>
        </a:p>
      </dgm:t>
    </dgm:pt>
    <dgm:pt modelId="{7F81297C-6170-4695-97CC-FF2222AFC398}" type="sibTrans" cxnId="{FFEAD351-4247-4AB0-A93E-4ECFFBDB0202}">
      <dgm:prSet/>
      <dgm:spPr/>
      <dgm:t>
        <a:bodyPr/>
        <a:lstStyle/>
        <a:p>
          <a:endParaRPr lang="es-ES"/>
        </a:p>
      </dgm:t>
    </dgm:pt>
    <dgm:pt modelId="{835600DF-0065-406F-AF8A-A7D2A99C9CF3}">
      <dgm:prSet phldrT="[Texto]"/>
      <dgm:spPr/>
      <dgm:t>
        <a:bodyPr/>
        <a:lstStyle/>
        <a:p>
          <a:r>
            <a:rPr lang="es-ES" dirty="0" smtClean="0"/>
            <a:t>Acciones que permitirán alcanzar cada objetivo</a:t>
          </a:r>
          <a:endParaRPr lang="es-ES" dirty="0"/>
        </a:p>
      </dgm:t>
    </dgm:pt>
    <dgm:pt modelId="{2CC7E3C9-321E-46AF-9CEF-E348D55A0E5B}" type="parTrans" cxnId="{8ABF067B-159F-4885-B88D-5C99632C1E32}">
      <dgm:prSet/>
      <dgm:spPr/>
      <dgm:t>
        <a:bodyPr/>
        <a:lstStyle/>
        <a:p>
          <a:endParaRPr lang="es-ES"/>
        </a:p>
      </dgm:t>
    </dgm:pt>
    <dgm:pt modelId="{23EA9112-8074-41F2-8E44-B3163176CF60}" type="sibTrans" cxnId="{8ABF067B-159F-4885-B88D-5C99632C1E32}">
      <dgm:prSet/>
      <dgm:spPr/>
      <dgm:t>
        <a:bodyPr/>
        <a:lstStyle/>
        <a:p>
          <a:endParaRPr lang="es-ES"/>
        </a:p>
      </dgm:t>
    </dgm:pt>
    <dgm:pt modelId="{2795B1E1-BF2A-4462-B0E7-B5E95E716B74}">
      <dgm:prSet phldrT="[Texto]"/>
      <dgm:spPr/>
      <dgm:t>
        <a:bodyPr/>
        <a:lstStyle/>
        <a:p>
          <a:r>
            <a:rPr lang="es-ES" dirty="0" smtClean="0"/>
            <a:t>Colectivos involucrados y Recursos necesarios para cada acción y tarea</a:t>
          </a:r>
          <a:endParaRPr lang="es-ES" dirty="0"/>
        </a:p>
      </dgm:t>
    </dgm:pt>
    <dgm:pt modelId="{02B21F9A-59E6-4D11-ADB3-C55FB3BA7AA5}" type="parTrans" cxnId="{10919B63-BCF8-4CA7-A2F0-2251E9B8FF43}">
      <dgm:prSet/>
      <dgm:spPr/>
      <dgm:t>
        <a:bodyPr/>
        <a:lstStyle/>
        <a:p>
          <a:endParaRPr lang="es-ES"/>
        </a:p>
      </dgm:t>
    </dgm:pt>
    <dgm:pt modelId="{A25BAFF1-437E-4BA1-A6C5-C1EA33DCC529}" type="sibTrans" cxnId="{10919B63-BCF8-4CA7-A2F0-2251E9B8FF43}">
      <dgm:prSet/>
      <dgm:spPr/>
      <dgm:t>
        <a:bodyPr/>
        <a:lstStyle/>
        <a:p>
          <a:endParaRPr lang="es-ES"/>
        </a:p>
      </dgm:t>
    </dgm:pt>
    <dgm:pt modelId="{4652B6D5-21B7-46C0-AE3B-009C4031E30C}">
      <dgm:prSet phldrT="[Texto]"/>
      <dgm:spPr/>
      <dgm:t>
        <a:bodyPr/>
        <a:lstStyle/>
        <a:p>
          <a:r>
            <a:rPr lang="es-ES" dirty="0" smtClean="0"/>
            <a:t>Tareas especificas a desarrollar en cada acción</a:t>
          </a:r>
          <a:endParaRPr lang="es-ES" dirty="0"/>
        </a:p>
      </dgm:t>
    </dgm:pt>
    <dgm:pt modelId="{E19FEE65-193D-4C0E-BD7B-8AE4F8519547}" type="parTrans" cxnId="{7582FFB2-113E-40F8-8E90-EA2878FE5A94}">
      <dgm:prSet/>
      <dgm:spPr/>
      <dgm:t>
        <a:bodyPr/>
        <a:lstStyle/>
        <a:p>
          <a:endParaRPr lang="es-ES"/>
        </a:p>
      </dgm:t>
    </dgm:pt>
    <dgm:pt modelId="{27A40C32-3F43-4544-8765-5481631E5DD2}" type="sibTrans" cxnId="{7582FFB2-113E-40F8-8E90-EA2878FE5A94}">
      <dgm:prSet/>
      <dgm:spPr/>
      <dgm:t>
        <a:bodyPr/>
        <a:lstStyle/>
        <a:p>
          <a:endParaRPr lang="es-ES"/>
        </a:p>
      </dgm:t>
    </dgm:pt>
    <dgm:pt modelId="{2CD42075-1719-4131-B38B-580719395527}">
      <dgm:prSet phldrT="[Texto]"/>
      <dgm:spPr/>
      <dgm:t>
        <a:bodyPr/>
        <a:lstStyle/>
        <a:p>
          <a:r>
            <a:rPr lang="es-ES" dirty="0" smtClean="0"/>
            <a:t>Logro esperado de cada acción</a:t>
          </a:r>
          <a:endParaRPr lang="es-ES" dirty="0"/>
        </a:p>
      </dgm:t>
    </dgm:pt>
    <dgm:pt modelId="{F7BBB717-5F6F-4260-BC95-A853D88C336F}" type="parTrans" cxnId="{913FAF72-437F-4FD4-B111-63E2A95E5EF7}">
      <dgm:prSet/>
      <dgm:spPr/>
      <dgm:t>
        <a:bodyPr/>
        <a:lstStyle/>
        <a:p>
          <a:endParaRPr lang="es-ES"/>
        </a:p>
      </dgm:t>
    </dgm:pt>
    <dgm:pt modelId="{4E4C8E2D-9CBA-4E6D-BA47-F49BC0B3CCE5}" type="sibTrans" cxnId="{913FAF72-437F-4FD4-B111-63E2A95E5EF7}">
      <dgm:prSet/>
      <dgm:spPr/>
      <dgm:t>
        <a:bodyPr/>
        <a:lstStyle/>
        <a:p>
          <a:endParaRPr lang="es-ES"/>
        </a:p>
      </dgm:t>
    </dgm:pt>
    <dgm:pt modelId="{FCF5B24C-4E18-459F-8A94-BABE30798FBE}" type="pres">
      <dgm:prSet presAssocID="{4BC2A7D0-5ECE-4DEC-9382-64B41002ACEB}" presName="Name0" presStyleCnt="0">
        <dgm:presLayoutVars>
          <dgm:chPref val="3"/>
          <dgm:dir/>
          <dgm:animLvl val="lvl"/>
          <dgm:resizeHandles/>
        </dgm:presLayoutVars>
      </dgm:prSet>
      <dgm:spPr/>
      <dgm:t>
        <a:bodyPr/>
        <a:lstStyle/>
        <a:p>
          <a:endParaRPr lang="es-ES"/>
        </a:p>
      </dgm:t>
    </dgm:pt>
    <dgm:pt modelId="{5C24EB26-ECAE-401B-B42B-92945B92974D}" type="pres">
      <dgm:prSet presAssocID="{30113054-F113-4EA7-9C9A-845BA6C3AAF5}" presName="horFlow" presStyleCnt="0"/>
      <dgm:spPr/>
    </dgm:pt>
    <dgm:pt modelId="{6BACF549-CAE3-49C8-8A92-06F186AFE4FA}" type="pres">
      <dgm:prSet presAssocID="{30113054-F113-4EA7-9C9A-845BA6C3AAF5}" presName="bigChev" presStyleLbl="node1" presStyleIdx="0" presStyleCnt="1"/>
      <dgm:spPr/>
      <dgm:t>
        <a:bodyPr/>
        <a:lstStyle/>
        <a:p>
          <a:endParaRPr lang="es-ES"/>
        </a:p>
      </dgm:t>
    </dgm:pt>
    <dgm:pt modelId="{5A06091B-E0EE-4124-80B9-FD8BD772E3AB}" type="pres">
      <dgm:prSet presAssocID="{F66C9369-55E5-4B66-8DD7-369FEC8AF371}" presName="parTrans" presStyleCnt="0"/>
      <dgm:spPr/>
    </dgm:pt>
    <dgm:pt modelId="{C98A959F-355C-4A4E-B13B-E5B067A5C237}" type="pres">
      <dgm:prSet presAssocID="{EE69DCE7-FC08-42B8-810A-5B4BBF2D9A15}" presName="node" presStyleLbl="alignAccFollowNode1" presStyleIdx="0" presStyleCnt="5">
        <dgm:presLayoutVars>
          <dgm:bulletEnabled val="1"/>
        </dgm:presLayoutVars>
      </dgm:prSet>
      <dgm:spPr/>
      <dgm:t>
        <a:bodyPr/>
        <a:lstStyle/>
        <a:p>
          <a:endParaRPr lang="es-ES"/>
        </a:p>
      </dgm:t>
    </dgm:pt>
    <dgm:pt modelId="{B3E7073B-2A14-4350-816E-13C7EB4A3604}" type="pres">
      <dgm:prSet presAssocID="{7F81297C-6170-4695-97CC-FF2222AFC398}" presName="sibTrans" presStyleCnt="0"/>
      <dgm:spPr/>
    </dgm:pt>
    <dgm:pt modelId="{9A98E18F-192D-46D0-9AFE-12E98D4FE211}" type="pres">
      <dgm:prSet presAssocID="{835600DF-0065-406F-AF8A-A7D2A99C9CF3}" presName="node" presStyleLbl="alignAccFollowNode1" presStyleIdx="1" presStyleCnt="5">
        <dgm:presLayoutVars>
          <dgm:bulletEnabled val="1"/>
        </dgm:presLayoutVars>
      </dgm:prSet>
      <dgm:spPr/>
      <dgm:t>
        <a:bodyPr/>
        <a:lstStyle/>
        <a:p>
          <a:endParaRPr lang="es-ES"/>
        </a:p>
      </dgm:t>
    </dgm:pt>
    <dgm:pt modelId="{4EE79360-D4F8-41E8-98A3-21A73662D556}" type="pres">
      <dgm:prSet presAssocID="{23EA9112-8074-41F2-8E44-B3163176CF60}" presName="sibTrans" presStyleCnt="0"/>
      <dgm:spPr/>
    </dgm:pt>
    <dgm:pt modelId="{1A33448B-E381-4FEB-B1B5-983805C37417}" type="pres">
      <dgm:prSet presAssocID="{2CD42075-1719-4131-B38B-580719395527}" presName="node" presStyleLbl="alignAccFollowNode1" presStyleIdx="2" presStyleCnt="5">
        <dgm:presLayoutVars>
          <dgm:bulletEnabled val="1"/>
        </dgm:presLayoutVars>
      </dgm:prSet>
      <dgm:spPr/>
      <dgm:t>
        <a:bodyPr/>
        <a:lstStyle/>
        <a:p>
          <a:endParaRPr lang="es-ES"/>
        </a:p>
      </dgm:t>
    </dgm:pt>
    <dgm:pt modelId="{C85B015C-90CD-49D0-BFAD-A424461739E1}" type="pres">
      <dgm:prSet presAssocID="{4E4C8E2D-9CBA-4E6D-BA47-F49BC0B3CCE5}" presName="sibTrans" presStyleCnt="0"/>
      <dgm:spPr/>
    </dgm:pt>
    <dgm:pt modelId="{8972810D-332F-4412-9321-2B23F2715F29}" type="pres">
      <dgm:prSet presAssocID="{4652B6D5-21B7-46C0-AE3B-009C4031E30C}" presName="node" presStyleLbl="alignAccFollowNode1" presStyleIdx="3" presStyleCnt="5">
        <dgm:presLayoutVars>
          <dgm:bulletEnabled val="1"/>
        </dgm:presLayoutVars>
      </dgm:prSet>
      <dgm:spPr/>
      <dgm:t>
        <a:bodyPr/>
        <a:lstStyle/>
        <a:p>
          <a:endParaRPr lang="es-ES"/>
        </a:p>
      </dgm:t>
    </dgm:pt>
    <dgm:pt modelId="{A657EDCE-D03E-4A70-9979-6E61AA83E305}" type="pres">
      <dgm:prSet presAssocID="{27A40C32-3F43-4544-8765-5481631E5DD2}" presName="sibTrans" presStyleCnt="0"/>
      <dgm:spPr/>
    </dgm:pt>
    <dgm:pt modelId="{35D9C3CC-6BD5-4081-9E55-9A7096E67704}" type="pres">
      <dgm:prSet presAssocID="{2795B1E1-BF2A-4462-B0E7-B5E95E716B74}" presName="node" presStyleLbl="alignAccFollowNode1" presStyleIdx="4" presStyleCnt="5">
        <dgm:presLayoutVars>
          <dgm:bulletEnabled val="1"/>
        </dgm:presLayoutVars>
      </dgm:prSet>
      <dgm:spPr/>
      <dgm:t>
        <a:bodyPr/>
        <a:lstStyle/>
        <a:p>
          <a:endParaRPr lang="es-ES"/>
        </a:p>
      </dgm:t>
    </dgm:pt>
  </dgm:ptLst>
  <dgm:cxnLst>
    <dgm:cxn modelId="{823CCA04-2727-41CE-9071-3C94F33C0F69}" type="presOf" srcId="{30113054-F113-4EA7-9C9A-845BA6C3AAF5}" destId="{6BACF549-CAE3-49C8-8A92-06F186AFE4FA}" srcOrd="0" destOrd="0" presId="urn:microsoft.com/office/officeart/2005/8/layout/lProcess3"/>
    <dgm:cxn modelId="{40FDBEE7-B806-464F-BD4E-28ABC8A72C49}" srcId="{4BC2A7D0-5ECE-4DEC-9382-64B41002ACEB}" destId="{30113054-F113-4EA7-9C9A-845BA6C3AAF5}" srcOrd="0" destOrd="0" parTransId="{20EFCF17-367F-4521-A189-F790CB0720B9}" sibTransId="{67BF1CAA-B51E-47DD-A4D4-38888E6FDC4E}"/>
    <dgm:cxn modelId="{9ADC43C3-6EC7-4671-9A10-5BA9444C532F}" type="presOf" srcId="{4652B6D5-21B7-46C0-AE3B-009C4031E30C}" destId="{8972810D-332F-4412-9321-2B23F2715F29}" srcOrd="0" destOrd="0" presId="urn:microsoft.com/office/officeart/2005/8/layout/lProcess3"/>
    <dgm:cxn modelId="{913FAF72-437F-4FD4-B111-63E2A95E5EF7}" srcId="{30113054-F113-4EA7-9C9A-845BA6C3AAF5}" destId="{2CD42075-1719-4131-B38B-580719395527}" srcOrd="2" destOrd="0" parTransId="{F7BBB717-5F6F-4260-BC95-A853D88C336F}" sibTransId="{4E4C8E2D-9CBA-4E6D-BA47-F49BC0B3CCE5}"/>
    <dgm:cxn modelId="{FFEAD351-4247-4AB0-A93E-4ECFFBDB0202}" srcId="{30113054-F113-4EA7-9C9A-845BA6C3AAF5}" destId="{EE69DCE7-FC08-42B8-810A-5B4BBF2D9A15}" srcOrd="0" destOrd="0" parTransId="{F66C9369-55E5-4B66-8DD7-369FEC8AF371}" sibTransId="{7F81297C-6170-4695-97CC-FF2222AFC398}"/>
    <dgm:cxn modelId="{10919B63-BCF8-4CA7-A2F0-2251E9B8FF43}" srcId="{30113054-F113-4EA7-9C9A-845BA6C3AAF5}" destId="{2795B1E1-BF2A-4462-B0E7-B5E95E716B74}" srcOrd="4" destOrd="0" parTransId="{02B21F9A-59E6-4D11-ADB3-C55FB3BA7AA5}" sibTransId="{A25BAFF1-437E-4BA1-A6C5-C1EA33DCC529}"/>
    <dgm:cxn modelId="{7582FFB2-113E-40F8-8E90-EA2878FE5A94}" srcId="{30113054-F113-4EA7-9C9A-845BA6C3AAF5}" destId="{4652B6D5-21B7-46C0-AE3B-009C4031E30C}" srcOrd="3" destOrd="0" parTransId="{E19FEE65-193D-4C0E-BD7B-8AE4F8519547}" sibTransId="{27A40C32-3F43-4544-8765-5481631E5DD2}"/>
    <dgm:cxn modelId="{C5C5E922-4E35-4FB6-96F2-4D200BC24585}" type="presOf" srcId="{2CD42075-1719-4131-B38B-580719395527}" destId="{1A33448B-E381-4FEB-B1B5-983805C37417}" srcOrd="0" destOrd="0" presId="urn:microsoft.com/office/officeart/2005/8/layout/lProcess3"/>
    <dgm:cxn modelId="{D10AAB17-5FEE-4A0C-84C8-6FCA52C34959}" type="presOf" srcId="{EE69DCE7-FC08-42B8-810A-5B4BBF2D9A15}" destId="{C98A959F-355C-4A4E-B13B-E5B067A5C237}" srcOrd="0" destOrd="0" presId="urn:microsoft.com/office/officeart/2005/8/layout/lProcess3"/>
    <dgm:cxn modelId="{8ABF067B-159F-4885-B88D-5C99632C1E32}" srcId="{30113054-F113-4EA7-9C9A-845BA6C3AAF5}" destId="{835600DF-0065-406F-AF8A-A7D2A99C9CF3}" srcOrd="1" destOrd="0" parTransId="{2CC7E3C9-321E-46AF-9CEF-E348D55A0E5B}" sibTransId="{23EA9112-8074-41F2-8E44-B3163176CF60}"/>
    <dgm:cxn modelId="{878041FF-8F46-4049-A24F-84686BFC0F5C}" type="presOf" srcId="{835600DF-0065-406F-AF8A-A7D2A99C9CF3}" destId="{9A98E18F-192D-46D0-9AFE-12E98D4FE211}" srcOrd="0" destOrd="0" presId="urn:microsoft.com/office/officeart/2005/8/layout/lProcess3"/>
    <dgm:cxn modelId="{276ACA98-86DC-4FF7-A83C-E0982ABEA8BD}" type="presOf" srcId="{2795B1E1-BF2A-4462-B0E7-B5E95E716B74}" destId="{35D9C3CC-6BD5-4081-9E55-9A7096E67704}" srcOrd="0" destOrd="0" presId="urn:microsoft.com/office/officeart/2005/8/layout/lProcess3"/>
    <dgm:cxn modelId="{3D4AFFB9-844A-4B39-A39D-39D80160EF84}" type="presOf" srcId="{4BC2A7D0-5ECE-4DEC-9382-64B41002ACEB}" destId="{FCF5B24C-4E18-459F-8A94-BABE30798FBE}" srcOrd="0" destOrd="0" presId="urn:microsoft.com/office/officeart/2005/8/layout/lProcess3"/>
    <dgm:cxn modelId="{F53F4254-416D-4DD0-B375-948C101CF991}" type="presParOf" srcId="{FCF5B24C-4E18-459F-8A94-BABE30798FBE}" destId="{5C24EB26-ECAE-401B-B42B-92945B92974D}" srcOrd="0" destOrd="0" presId="urn:microsoft.com/office/officeart/2005/8/layout/lProcess3"/>
    <dgm:cxn modelId="{B6ABF07B-5A3D-4162-8866-431F0BB40EEC}" type="presParOf" srcId="{5C24EB26-ECAE-401B-B42B-92945B92974D}" destId="{6BACF549-CAE3-49C8-8A92-06F186AFE4FA}" srcOrd="0" destOrd="0" presId="urn:microsoft.com/office/officeart/2005/8/layout/lProcess3"/>
    <dgm:cxn modelId="{E525A33B-DC16-4F9B-A4E2-601BE8D92E68}" type="presParOf" srcId="{5C24EB26-ECAE-401B-B42B-92945B92974D}" destId="{5A06091B-E0EE-4124-80B9-FD8BD772E3AB}" srcOrd="1" destOrd="0" presId="urn:microsoft.com/office/officeart/2005/8/layout/lProcess3"/>
    <dgm:cxn modelId="{8E6AA3B4-31AA-4B2A-987F-FFE58E6A820A}" type="presParOf" srcId="{5C24EB26-ECAE-401B-B42B-92945B92974D}" destId="{C98A959F-355C-4A4E-B13B-E5B067A5C237}" srcOrd="2" destOrd="0" presId="urn:microsoft.com/office/officeart/2005/8/layout/lProcess3"/>
    <dgm:cxn modelId="{BCF820FD-3A15-4D71-93E8-8DF903C6F2B3}" type="presParOf" srcId="{5C24EB26-ECAE-401B-B42B-92945B92974D}" destId="{B3E7073B-2A14-4350-816E-13C7EB4A3604}" srcOrd="3" destOrd="0" presId="urn:microsoft.com/office/officeart/2005/8/layout/lProcess3"/>
    <dgm:cxn modelId="{79FE57EB-91D8-48A2-8C96-D4F03FDE9EAF}" type="presParOf" srcId="{5C24EB26-ECAE-401B-B42B-92945B92974D}" destId="{9A98E18F-192D-46D0-9AFE-12E98D4FE211}" srcOrd="4" destOrd="0" presId="urn:microsoft.com/office/officeart/2005/8/layout/lProcess3"/>
    <dgm:cxn modelId="{AC071ED7-7C76-4F0B-BE29-7409E9F5175E}" type="presParOf" srcId="{5C24EB26-ECAE-401B-B42B-92945B92974D}" destId="{4EE79360-D4F8-41E8-98A3-21A73662D556}" srcOrd="5" destOrd="0" presId="urn:microsoft.com/office/officeart/2005/8/layout/lProcess3"/>
    <dgm:cxn modelId="{B4F4787D-76FE-4555-96D5-6B4EC8A13D32}" type="presParOf" srcId="{5C24EB26-ECAE-401B-B42B-92945B92974D}" destId="{1A33448B-E381-4FEB-B1B5-983805C37417}" srcOrd="6" destOrd="0" presId="urn:microsoft.com/office/officeart/2005/8/layout/lProcess3"/>
    <dgm:cxn modelId="{E0966401-0A51-4DFD-AD05-8778817E537E}" type="presParOf" srcId="{5C24EB26-ECAE-401B-B42B-92945B92974D}" destId="{C85B015C-90CD-49D0-BFAD-A424461739E1}" srcOrd="7" destOrd="0" presId="urn:microsoft.com/office/officeart/2005/8/layout/lProcess3"/>
    <dgm:cxn modelId="{F8C009AB-AAD3-4F6B-8A98-F32C29BC0805}" type="presParOf" srcId="{5C24EB26-ECAE-401B-B42B-92945B92974D}" destId="{8972810D-332F-4412-9321-2B23F2715F29}" srcOrd="8" destOrd="0" presId="urn:microsoft.com/office/officeart/2005/8/layout/lProcess3"/>
    <dgm:cxn modelId="{F478E412-E16C-4881-B1A0-14DDE2899B23}" type="presParOf" srcId="{5C24EB26-ECAE-401B-B42B-92945B92974D}" destId="{A657EDCE-D03E-4A70-9979-6E61AA83E305}" srcOrd="9" destOrd="0" presId="urn:microsoft.com/office/officeart/2005/8/layout/lProcess3"/>
    <dgm:cxn modelId="{072E89DC-9107-4784-B077-D71446B9F0D3}" type="presParOf" srcId="{5C24EB26-ECAE-401B-B42B-92945B92974D}" destId="{35D9C3CC-6BD5-4081-9E55-9A7096E67704}" srcOrd="10" destOrd="0" presId="urn:microsoft.com/office/officeart/2005/8/layout/l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2FB86C8-6B44-42B7-9507-CC4C536C26E9}" type="doc">
      <dgm:prSet loTypeId="urn:microsoft.com/office/officeart/2005/8/layout/orgChart1" loCatId="hierarchy" qsTypeId="urn:microsoft.com/office/officeart/2005/8/quickstyle/simple1" qsCatId="simple" csTypeId="urn:microsoft.com/office/officeart/2005/8/colors/colorful4" csCatId="colorful" phldr="1"/>
      <dgm:spPr/>
      <dgm:t>
        <a:bodyPr/>
        <a:lstStyle/>
        <a:p>
          <a:endParaRPr lang="es-ES"/>
        </a:p>
      </dgm:t>
    </dgm:pt>
    <dgm:pt modelId="{CFD3932A-F7EC-4ABD-89CA-1FC6AA93FD9B}">
      <dgm:prSet phldrT="[Texto]" custT="1"/>
      <dgm:spPr/>
      <dgm:t>
        <a:bodyPr/>
        <a:lstStyle/>
        <a:p>
          <a:r>
            <a:rPr lang="es-ES" sz="1800" dirty="0" smtClean="0"/>
            <a:t>Proyecto de mejora de la comunicación intercultural en la UCM</a:t>
          </a:r>
          <a:endParaRPr lang="es-ES" sz="1800" dirty="0"/>
        </a:p>
      </dgm:t>
    </dgm:pt>
    <dgm:pt modelId="{9A7931F8-22A2-49FD-B415-56A819AE2BC7}" type="parTrans" cxnId="{8EB092A7-E61D-461E-BB5A-84B8F88B9CDC}">
      <dgm:prSet/>
      <dgm:spPr/>
      <dgm:t>
        <a:bodyPr/>
        <a:lstStyle/>
        <a:p>
          <a:endParaRPr lang="es-ES"/>
        </a:p>
      </dgm:t>
    </dgm:pt>
    <dgm:pt modelId="{90FBD2F4-255F-4884-B65F-A2DFEA3A53BC}" type="sibTrans" cxnId="{8EB092A7-E61D-461E-BB5A-84B8F88B9CDC}">
      <dgm:prSet/>
      <dgm:spPr/>
      <dgm:t>
        <a:bodyPr/>
        <a:lstStyle/>
        <a:p>
          <a:endParaRPr lang="es-ES"/>
        </a:p>
      </dgm:t>
    </dgm:pt>
    <dgm:pt modelId="{CF8028CA-2195-4763-8F6B-6DFDE557CE80}">
      <dgm:prSet phldrT="[Texto]" custT="1"/>
      <dgm:spPr/>
      <dgm:t>
        <a:bodyPr/>
        <a:lstStyle/>
        <a:p>
          <a:r>
            <a:rPr lang="es-ES" sz="1200" dirty="0" smtClean="0"/>
            <a:t>Programa de </a:t>
          </a:r>
          <a:r>
            <a:rPr lang="es-ES" sz="1200" dirty="0" err="1" smtClean="0"/>
            <a:t>mentoring</a:t>
          </a:r>
          <a:r>
            <a:rPr lang="es-ES" sz="1200" dirty="0" smtClean="0"/>
            <a:t>, con alumnos voluntarios.</a:t>
          </a:r>
          <a:endParaRPr lang="es-ES" sz="1200" dirty="0"/>
        </a:p>
      </dgm:t>
    </dgm:pt>
    <dgm:pt modelId="{88DC3B29-6B52-4AF4-95FE-82D70E12DF8E}" type="parTrans" cxnId="{352478AA-60F0-4191-92F5-D51C15C70149}">
      <dgm:prSet/>
      <dgm:spPr/>
      <dgm:t>
        <a:bodyPr/>
        <a:lstStyle/>
        <a:p>
          <a:endParaRPr lang="es-ES"/>
        </a:p>
      </dgm:t>
    </dgm:pt>
    <dgm:pt modelId="{C781CFBE-753A-40BB-A440-BF3DF399F0CF}" type="sibTrans" cxnId="{352478AA-60F0-4191-92F5-D51C15C70149}">
      <dgm:prSet/>
      <dgm:spPr/>
      <dgm:t>
        <a:bodyPr/>
        <a:lstStyle/>
        <a:p>
          <a:endParaRPr lang="es-ES"/>
        </a:p>
      </dgm:t>
    </dgm:pt>
    <dgm:pt modelId="{21241C85-8B28-4212-912F-8ADE1BDA3062}">
      <dgm:prSet phldrT="[Texto]" custT="1"/>
      <dgm:spPr/>
      <dgm:t>
        <a:bodyPr/>
        <a:lstStyle/>
        <a:p>
          <a:r>
            <a:rPr lang="es-ES" sz="1200" dirty="0" smtClean="0"/>
            <a:t>Fiestas y eventos interculturales</a:t>
          </a:r>
          <a:endParaRPr lang="es-ES" sz="1200" dirty="0"/>
        </a:p>
      </dgm:t>
    </dgm:pt>
    <dgm:pt modelId="{DD9357F0-F3B8-48DB-AA19-D134F1BFFB49}" type="parTrans" cxnId="{94B3EB84-9C0B-4454-A0C8-00C61FEEBBD7}">
      <dgm:prSet/>
      <dgm:spPr/>
      <dgm:t>
        <a:bodyPr/>
        <a:lstStyle/>
        <a:p>
          <a:endParaRPr lang="es-ES"/>
        </a:p>
      </dgm:t>
    </dgm:pt>
    <dgm:pt modelId="{0411F8ED-C5A7-4DF3-8394-2BB783E18F6C}" type="sibTrans" cxnId="{94B3EB84-9C0B-4454-A0C8-00C61FEEBBD7}">
      <dgm:prSet/>
      <dgm:spPr/>
      <dgm:t>
        <a:bodyPr/>
        <a:lstStyle/>
        <a:p>
          <a:endParaRPr lang="es-ES"/>
        </a:p>
      </dgm:t>
    </dgm:pt>
    <dgm:pt modelId="{4DD77933-0C48-4096-BCB2-5A1F43BF5040}">
      <dgm:prSet phldrT="[Texto]"/>
      <dgm:spPr/>
      <dgm:t>
        <a:bodyPr/>
        <a:lstStyle/>
        <a:p>
          <a:r>
            <a:rPr lang="es-ES" dirty="0" smtClean="0"/>
            <a:t>Por nacionalidades / culturas, los alumnos explican sus diferencias culturales, bajo el eje común de la comida y costumbres</a:t>
          </a:r>
          <a:endParaRPr lang="es-ES" dirty="0"/>
        </a:p>
      </dgm:t>
    </dgm:pt>
    <dgm:pt modelId="{E94E1B42-D817-4959-9A28-AE27C9EE2736}" type="parTrans" cxnId="{AAE39E9C-8D49-441D-AFED-A671A288AD1D}">
      <dgm:prSet/>
      <dgm:spPr/>
      <dgm:t>
        <a:bodyPr/>
        <a:lstStyle/>
        <a:p>
          <a:endParaRPr lang="es-ES"/>
        </a:p>
      </dgm:t>
    </dgm:pt>
    <dgm:pt modelId="{0B4931AB-4753-47F3-87B5-0D4669788FCF}" type="sibTrans" cxnId="{AAE39E9C-8D49-441D-AFED-A671A288AD1D}">
      <dgm:prSet/>
      <dgm:spPr/>
      <dgm:t>
        <a:bodyPr/>
        <a:lstStyle/>
        <a:p>
          <a:endParaRPr lang="es-ES"/>
        </a:p>
      </dgm:t>
    </dgm:pt>
    <dgm:pt modelId="{C863BE93-20B0-480A-B8C7-B76761F6C8F5}">
      <dgm:prSet phldrT="[Texto]"/>
      <dgm:spPr/>
      <dgm:t>
        <a:bodyPr/>
        <a:lstStyle/>
        <a:p>
          <a:r>
            <a:rPr lang="es-ES" dirty="0" smtClean="0"/>
            <a:t>Concursos tipo trivial de conocimiento intercultural (que se puede vincular al programa de </a:t>
          </a:r>
          <a:r>
            <a:rPr lang="es-ES" dirty="0" err="1" smtClean="0"/>
            <a:t>mentoring</a:t>
          </a:r>
          <a:r>
            <a:rPr lang="es-ES" dirty="0" smtClean="0"/>
            <a:t>)</a:t>
          </a:r>
          <a:endParaRPr lang="es-ES" dirty="0"/>
        </a:p>
      </dgm:t>
    </dgm:pt>
    <dgm:pt modelId="{8F41D231-A83E-4E03-9620-B6DF6D4EC4ED}" type="parTrans" cxnId="{3499CFD3-D1CB-406A-BB6E-2C0B23AF169E}">
      <dgm:prSet/>
      <dgm:spPr/>
      <dgm:t>
        <a:bodyPr/>
        <a:lstStyle/>
        <a:p>
          <a:endParaRPr lang="es-ES"/>
        </a:p>
      </dgm:t>
    </dgm:pt>
    <dgm:pt modelId="{0E5EE59E-7DA1-4BD1-B6EC-8D5A12FD93C2}" type="sibTrans" cxnId="{3499CFD3-D1CB-406A-BB6E-2C0B23AF169E}">
      <dgm:prSet/>
      <dgm:spPr/>
      <dgm:t>
        <a:bodyPr/>
        <a:lstStyle/>
        <a:p>
          <a:endParaRPr lang="es-ES"/>
        </a:p>
      </dgm:t>
    </dgm:pt>
    <dgm:pt modelId="{97DE1B7E-693C-4607-B1E3-FABBE584D74C}">
      <dgm:prSet phldrT="[Texto]" custT="1"/>
      <dgm:spPr/>
      <dgm:t>
        <a:bodyPr/>
        <a:lstStyle/>
        <a:p>
          <a:r>
            <a:rPr lang="es-ES" sz="1200" dirty="0" smtClean="0"/>
            <a:t>Guía de buenas prácticas</a:t>
          </a:r>
          <a:endParaRPr lang="es-ES" sz="1200" dirty="0"/>
        </a:p>
      </dgm:t>
    </dgm:pt>
    <dgm:pt modelId="{5C8F6D3E-99C3-4D65-B0A1-7992C17BF1F3}" type="parTrans" cxnId="{9E5A881F-C492-4550-8FC0-ADE59745EAE1}">
      <dgm:prSet/>
      <dgm:spPr/>
      <dgm:t>
        <a:bodyPr/>
        <a:lstStyle/>
        <a:p>
          <a:endParaRPr lang="es-ES"/>
        </a:p>
      </dgm:t>
    </dgm:pt>
    <dgm:pt modelId="{9C800A19-DED6-4E87-8F7F-FA6C1325DEBD}" type="sibTrans" cxnId="{9E5A881F-C492-4550-8FC0-ADE59745EAE1}">
      <dgm:prSet/>
      <dgm:spPr/>
      <dgm:t>
        <a:bodyPr/>
        <a:lstStyle/>
        <a:p>
          <a:endParaRPr lang="es-ES"/>
        </a:p>
      </dgm:t>
    </dgm:pt>
    <dgm:pt modelId="{CD8213F7-4AC9-47A3-B527-46457BC504EF}">
      <dgm:prSet phldrT="[Texto]"/>
      <dgm:spPr/>
      <dgm:t>
        <a:bodyPr/>
        <a:lstStyle/>
        <a:p>
          <a:r>
            <a:rPr lang="es-ES" dirty="0" smtClean="0"/>
            <a:t>Guía con recomendaciones para todos los colectivos involucrados (profesores, alumnos españoles y extranjeros, otro personal…)</a:t>
          </a:r>
        </a:p>
      </dgm:t>
    </dgm:pt>
    <dgm:pt modelId="{16920603-DE40-43FD-93EA-208272DCE354}" type="parTrans" cxnId="{275CF5CF-9BB9-459C-987F-C73AF6FFC32E}">
      <dgm:prSet/>
      <dgm:spPr/>
      <dgm:t>
        <a:bodyPr/>
        <a:lstStyle/>
        <a:p>
          <a:endParaRPr lang="es-ES"/>
        </a:p>
      </dgm:t>
    </dgm:pt>
    <dgm:pt modelId="{9B105E51-FC0B-4D04-B21B-D59504CA75BC}" type="sibTrans" cxnId="{275CF5CF-9BB9-459C-987F-C73AF6FFC32E}">
      <dgm:prSet/>
      <dgm:spPr/>
      <dgm:t>
        <a:bodyPr/>
        <a:lstStyle/>
        <a:p>
          <a:endParaRPr lang="es-ES"/>
        </a:p>
      </dgm:t>
    </dgm:pt>
    <dgm:pt modelId="{2EBD3D64-B915-4913-B00E-4F60F8A96B3D}">
      <dgm:prSet phldrT="[Texto]"/>
      <dgm:spPr/>
      <dgm:t>
        <a:bodyPr/>
        <a:lstStyle/>
        <a:p>
          <a:r>
            <a:rPr lang="es-ES" dirty="0" smtClean="0"/>
            <a:t>Intercambio cultural y lingüístico en </a:t>
          </a:r>
          <a:r>
            <a:rPr lang="es-ES" dirty="0" err="1" smtClean="0"/>
            <a:t>duos</a:t>
          </a:r>
          <a:r>
            <a:rPr lang="es-ES" dirty="0" smtClean="0"/>
            <a:t> o grupos pequeños</a:t>
          </a:r>
          <a:endParaRPr lang="es-ES" dirty="0"/>
        </a:p>
      </dgm:t>
    </dgm:pt>
    <dgm:pt modelId="{E477609D-FDCC-4DD2-82C0-CB60A68E401A}" type="parTrans" cxnId="{228EB6E2-21CC-4AAA-BC32-55B01A43AD9F}">
      <dgm:prSet/>
      <dgm:spPr/>
      <dgm:t>
        <a:bodyPr/>
        <a:lstStyle/>
        <a:p>
          <a:endParaRPr lang="es-ES"/>
        </a:p>
      </dgm:t>
    </dgm:pt>
    <dgm:pt modelId="{1C928AE5-96A7-4BD8-8CE5-C5B592CE676A}" type="sibTrans" cxnId="{228EB6E2-21CC-4AAA-BC32-55B01A43AD9F}">
      <dgm:prSet/>
      <dgm:spPr/>
      <dgm:t>
        <a:bodyPr/>
        <a:lstStyle/>
        <a:p>
          <a:endParaRPr lang="es-ES"/>
        </a:p>
      </dgm:t>
    </dgm:pt>
    <dgm:pt modelId="{224CC8B8-D485-484D-9980-10D5D268916A}">
      <dgm:prSet/>
      <dgm:spPr/>
      <dgm:t>
        <a:bodyPr/>
        <a:lstStyle/>
        <a:p>
          <a:r>
            <a:rPr lang="es-ES" dirty="0" smtClean="0"/>
            <a:t>Acciones de sensibilización de la comunidad universitaria</a:t>
          </a:r>
          <a:endParaRPr lang="es-ES" dirty="0"/>
        </a:p>
      </dgm:t>
    </dgm:pt>
    <dgm:pt modelId="{B907F17F-72C9-4B7F-8A08-120F6B8B75F6}" type="parTrans" cxnId="{B017836D-142D-4479-AD83-BB37201BBED9}">
      <dgm:prSet/>
      <dgm:spPr/>
      <dgm:t>
        <a:bodyPr/>
        <a:lstStyle/>
        <a:p>
          <a:endParaRPr lang="es-ES"/>
        </a:p>
      </dgm:t>
    </dgm:pt>
    <dgm:pt modelId="{E3432AB9-5F7E-486E-8EB0-905B62DE096C}" type="sibTrans" cxnId="{B017836D-142D-4479-AD83-BB37201BBED9}">
      <dgm:prSet/>
      <dgm:spPr/>
      <dgm:t>
        <a:bodyPr/>
        <a:lstStyle/>
        <a:p>
          <a:endParaRPr lang="es-ES"/>
        </a:p>
      </dgm:t>
    </dgm:pt>
    <dgm:pt modelId="{E500B84F-5E82-4B53-945A-8AE526F52092}" type="pres">
      <dgm:prSet presAssocID="{D2FB86C8-6B44-42B7-9507-CC4C536C26E9}" presName="hierChild1" presStyleCnt="0">
        <dgm:presLayoutVars>
          <dgm:orgChart val="1"/>
          <dgm:chPref val="1"/>
          <dgm:dir/>
          <dgm:animOne val="branch"/>
          <dgm:animLvl val="lvl"/>
          <dgm:resizeHandles/>
        </dgm:presLayoutVars>
      </dgm:prSet>
      <dgm:spPr/>
      <dgm:t>
        <a:bodyPr/>
        <a:lstStyle/>
        <a:p>
          <a:endParaRPr lang="es-ES"/>
        </a:p>
      </dgm:t>
    </dgm:pt>
    <dgm:pt modelId="{DC9D9E0A-7B30-441A-80D0-01D323D6840E}" type="pres">
      <dgm:prSet presAssocID="{CFD3932A-F7EC-4ABD-89CA-1FC6AA93FD9B}" presName="hierRoot1" presStyleCnt="0">
        <dgm:presLayoutVars>
          <dgm:hierBranch val="init"/>
        </dgm:presLayoutVars>
      </dgm:prSet>
      <dgm:spPr/>
      <dgm:t>
        <a:bodyPr/>
        <a:lstStyle/>
        <a:p>
          <a:endParaRPr lang="es-ES"/>
        </a:p>
      </dgm:t>
    </dgm:pt>
    <dgm:pt modelId="{17F80941-54F6-4EE8-BD52-C7BC4DDF80F8}" type="pres">
      <dgm:prSet presAssocID="{CFD3932A-F7EC-4ABD-89CA-1FC6AA93FD9B}" presName="rootComposite1" presStyleCnt="0"/>
      <dgm:spPr/>
      <dgm:t>
        <a:bodyPr/>
        <a:lstStyle/>
        <a:p>
          <a:endParaRPr lang="es-ES"/>
        </a:p>
      </dgm:t>
    </dgm:pt>
    <dgm:pt modelId="{34520804-3251-4599-9E95-7A53F6F3C2C1}" type="pres">
      <dgm:prSet presAssocID="{CFD3932A-F7EC-4ABD-89CA-1FC6AA93FD9B}" presName="rootText1" presStyleLbl="node0" presStyleIdx="0" presStyleCnt="1" custScaleX="368043">
        <dgm:presLayoutVars>
          <dgm:chPref val="3"/>
        </dgm:presLayoutVars>
      </dgm:prSet>
      <dgm:spPr/>
      <dgm:t>
        <a:bodyPr/>
        <a:lstStyle/>
        <a:p>
          <a:endParaRPr lang="es-ES"/>
        </a:p>
      </dgm:t>
    </dgm:pt>
    <dgm:pt modelId="{ECD58994-6C08-4C9C-9427-100E48C07034}" type="pres">
      <dgm:prSet presAssocID="{CFD3932A-F7EC-4ABD-89CA-1FC6AA93FD9B}" presName="rootConnector1" presStyleLbl="node1" presStyleIdx="0" presStyleCnt="0"/>
      <dgm:spPr/>
      <dgm:t>
        <a:bodyPr/>
        <a:lstStyle/>
        <a:p>
          <a:endParaRPr lang="es-ES"/>
        </a:p>
      </dgm:t>
    </dgm:pt>
    <dgm:pt modelId="{0FAAE27E-C5E0-49D6-88CE-6056A04408F3}" type="pres">
      <dgm:prSet presAssocID="{CFD3932A-F7EC-4ABD-89CA-1FC6AA93FD9B}" presName="hierChild2" presStyleCnt="0"/>
      <dgm:spPr/>
      <dgm:t>
        <a:bodyPr/>
        <a:lstStyle/>
        <a:p>
          <a:endParaRPr lang="es-ES"/>
        </a:p>
      </dgm:t>
    </dgm:pt>
    <dgm:pt modelId="{DAAD74AD-0894-42E3-8A24-85020E5B8D88}" type="pres">
      <dgm:prSet presAssocID="{88DC3B29-6B52-4AF4-95FE-82D70E12DF8E}" presName="Name37" presStyleLbl="parChTrans1D2" presStyleIdx="0" presStyleCnt="3"/>
      <dgm:spPr/>
      <dgm:t>
        <a:bodyPr/>
        <a:lstStyle/>
        <a:p>
          <a:endParaRPr lang="es-ES"/>
        </a:p>
      </dgm:t>
    </dgm:pt>
    <dgm:pt modelId="{43AA16F3-7756-477D-A3F3-DDBEE6E1EC53}" type="pres">
      <dgm:prSet presAssocID="{CF8028CA-2195-4763-8F6B-6DFDE557CE80}" presName="hierRoot2" presStyleCnt="0">
        <dgm:presLayoutVars>
          <dgm:hierBranch val="init"/>
        </dgm:presLayoutVars>
      </dgm:prSet>
      <dgm:spPr/>
      <dgm:t>
        <a:bodyPr/>
        <a:lstStyle/>
        <a:p>
          <a:endParaRPr lang="es-ES"/>
        </a:p>
      </dgm:t>
    </dgm:pt>
    <dgm:pt modelId="{1F918B1E-C9AC-4013-ADC3-243717701AE8}" type="pres">
      <dgm:prSet presAssocID="{CF8028CA-2195-4763-8F6B-6DFDE557CE80}" presName="rootComposite" presStyleCnt="0"/>
      <dgm:spPr/>
      <dgm:t>
        <a:bodyPr/>
        <a:lstStyle/>
        <a:p>
          <a:endParaRPr lang="es-ES"/>
        </a:p>
      </dgm:t>
    </dgm:pt>
    <dgm:pt modelId="{9D43E297-DF9E-4250-897E-6A93A25E6FAC}" type="pres">
      <dgm:prSet presAssocID="{CF8028CA-2195-4763-8F6B-6DFDE557CE80}" presName="rootText" presStyleLbl="node2" presStyleIdx="0" presStyleCnt="3" custScaleX="184900">
        <dgm:presLayoutVars>
          <dgm:chPref val="3"/>
        </dgm:presLayoutVars>
      </dgm:prSet>
      <dgm:spPr/>
      <dgm:t>
        <a:bodyPr/>
        <a:lstStyle/>
        <a:p>
          <a:endParaRPr lang="es-ES"/>
        </a:p>
      </dgm:t>
    </dgm:pt>
    <dgm:pt modelId="{024854B0-1B0C-4719-914E-4BE150C95BBC}" type="pres">
      <dgm:prSet presAssocID="{CF8028CA-2195-4763-8F6B-6DFDE557CE80}" presName="rootConnector" presStyleLbl="node2" presStyleIdx="0" presStyleCnt="3"/>
      <dgm:spPr/>
      <dgm:t>
        <a:bodyPr/>
        <a:lstStyle/>
        <a:p>
          <a:endParaRPr lang="es-ES"/>
        </a:p>
      </dgm:t>
    </dgm:pt>
    <dgm:pt modelId="{B50D22BD-8C56-4859-A4C9-B8728FB97153}" type="pres">
      <dgm:prSet presAssocID="{CF8028CA-2195-4763-8F6B-6DFDE557CE80}" presName="hierChild4" presStyleCnt="0"/>
      <dgm:spPr/>
      <dgm:t>
        <a:bodyPr/>
        <a:lstStyle/>
        <a:p>
          <a:endParaRPr lang="es-ES"/>
        </a:p>
      </dgm:t>
    </dgm:pt>
    <dgm:pt modelId="{7F395731-FC67-4DCF-B085-7DEFCB4F2049}" type="pres">
      <dgm:prSet presAssocID="{E477609D-FDCC-4DD2-82C0-CB60A68E401A}" presName="Name37" presStyleLbl="parChTrans1D3" presStyleIdx="0" presStyleCnt="5"/>
      <dgm:spPr/>
      <dgm:t>
        <a:bodyPr/>
        <a:lstStyle/>
        <a:p>
          <a:endParaRPr lang="es-ES"/>
        </a:p>
      </dgm:t>
    </dgm:pt>
    <dgm:pt modelId="{469F9D5B-D8B0-4353-8595-747A01714443}" type="pres">
      <dgm:prSet presAssocID="{2EBD3D64-B915-4913-B00E-4F60F8A96B3D}" presName="hierRoot2" presStyleCnt="0">
        <dgm:presLayoutVars>
          <dgm:hierBranch val="init"/>
        </dgm:presLayoutVars>
      </dgm:prSet>
      <dgm:spPr/>
      <dgm:t>
        <a:bodyPr/>
        <a:lstStyle/>
        <a:p>
          <a:endParaRPr lang="es-ES"/>
        </a:p>
      </dgm:t>
    </dgm:pt>
    <dgm:pt modelId="{2CC056F8-66C1-4CB2-A185-B2D70A211ED9}" type="pres">
      <dgm:prSet presAssocID="{2EBD3D64-B915-4913-B00E-4F60F8A96B3D}" presName="rootComposite" presStyleCnt="0"/>
      <dgm:spPr/>
      <dgm:t>
        <a:bodyPr/>
        <a:lstStyle/>
        <a:p>
          <a:endParaRPr lang="es-ES"/>
        </a:p>
      </dgm:t>
    </dgm:pt>
    <dgm:pt modelId="{5F6C78CD-C554-44E5-B42A-D0002E3425D6}" type="pres">
      <dgm:prSet presAssocID="{2EBD3D64-B915-4913-B00E-4F60F8A96B3D}" presName="rootText" presStyleLbl="node3" presStyleIdx="0" presStyleCnt="5" custScaleX="133811">
        <dgm:presLayoutVars>
          <dgm:chPref val="3"/>
        </dgm:presLayoutVars>
      </dgm:prSet>
      <dgm:spPr/>
      <dgm:t>
        <a:bodyPr/>
        <a:lstStyle/>
        <a:p>
          <a:endParaRPr lang="es-ES"/>
        </a:p>
      </dgm:t>
    </dgm:pt>
    <dgm:pt modelId="{3CACF5AF-4F55-434E-ABBF-8F5C916486D0}" type="pres">
      <dgm:prSet presAssocID="{2EBD3D64-B915-4913-B00E-4F60F8A96B3D}" presName="rootConnector" presStyleLbl="node3" presStyleIdx="0" presStyleCnt="5"/>
      <dgm:spPr/>
      <dgm:t>
        <a:bodyPr/>
        <a:lstStyle/>
        <a:p>
          <a:endParaRPr lang="es-ES"/>
        </a:p>
      </dgm:t>
    </dgm:pt>
    <dgm:pt modelId="{96607888-E98D-4C9B-AF32-474FBF7DD886}" type="pres">
      <dgm:prSet presAssocID="{2EBD3D64-B915-4913-B00E-4F60F8A96B3D}" presName="hierChild4" presStyleCnt="0"/>
      <dgm:spPr/>
      <dgm:t>
        <a:bodyPr/>
        <a:lstStyle/>
        <a:p>
          <a:endParaRPr lang="es-ES"/>
        </a:p>
      </dgm:t>
    </dgm:pt>
    <dgm:pt modelId="{A4FCCF19-B392-43CC-B6C6-67DCA509C206}" type="pres">
      <dgm:prSet presAssocID="{2EBD3D64-B915-4913-B00E-4F60F8A96B3D}" presName="hierChild5" presStyleCnt="0"/>
      <dgm:spPr/>
      <dgm:t>
        <a:bodyPr/>
        <a:lstStyle/>
        <a:p>
          <a:endParaRPr lang="es-ES"/>
        </a:p>
      </dgm:t>
    </dgm:pt>
    <dgm:pt modelId="{EF824B7E-5033-4576-AF8E-B429D613550D}" type="pres">
      <dgm:prSet presAssocID="{CF8028CA-2195-4763-8F6B-6DFDE557CE80}" presName="hierChild5" presStyleCnt="0"/>
      <dgm:spPr/>
      <dgm:t>
        <a:bodyPr/>
        <a:lstStyle/>
        <a:p>
          <a:endParaRPr lang="es-ES"/>
        </a:p>
      </dgm:t>
    </dgm:pt>
    <dgm:pt modelId="{38D8E4EB-7D0F-4549-8F63-6FED5450D6B3}" type="pres">
      <dgm:prSet presAssocID="{DD9357F0-F3B8-48DB-AA19-D134F1BFFB49}" presName="Name37" presStyleLbl="parChTrans1D2" presStyleIdx="1" presStyleCnt="3"/>
      <dgm:spPr/>
      <dgm:t>
        <a:bodyPr/>
        <a:lstStyle/>
        <a:p>
          <a:endParaRPr lang="es-ES"/>
        </a:p>
      </dgm:t>
    </dgm:pt>
    <dgm:pt modelId="{42A31DD7-117D-4096-8885-0DDE68D8EA14}" type="pres">
      <dgm:prSet presAssocID="{21241C85-8B28-4212-912F-8ADE1BDA3062}" presName="hierRoot2" presStyleCnt="0">
        <dgm:presLayoutVars>
          <dgm:hierBranch val="init"/>
        </dgm:presLayoutVars>
      </dgm:prSet>
      <dgm:spPr/>
      <dgm:t>
        <a:bodyPr/>
        <a:lstStyle/>
        <a:p>
          <a:endParaRPr lang="es-ES"/>
        </a:p>
      </dgm:t>
    </dgm:pt>
    <dgm:pt modelId="{5824CF10-EFE0-491F-828A-E79A87160FEC}" type="pres">
      <dgm:prSet presAssocID="{21241C85-8B28-4212-912F-8ADE1BDA3062}" presName="rootComposite" presStyleCnt="0"/>
      <dgm:spPr/>
      <dgm:t>
        <a:bodyPr/>
        <a:lstStyle/>
        <a:p>
          <a:endParaRPr lang="es-ES"/>
        </a:p>
      </dgm:t>
    </dgm:pt>
    <dgm:pt modelId="{808432FC-A38E-4738-A6AA-A8B559A6C594}" type="pres">
      <dgm:prSet presAssocID="{21241C85-8B28-4212-912F-8ADE1BDA3062}" presName="rootText" presStyleLbl="node2" presStyleIdx="1" presStyleCnt="3" custScaleX="184900">
        <dgm:presLayoutVars>
          <dgm:chPref val="3"/>
        </dgm:presLayoutVars>
      </dgm:prSet>
      <dgm:spPr/>
      <dgm:t>
        <a:bodyPr/>
        <a:lstStyle/>
        <a:p>
          <a:endParaRPr lang="es-ES"/>
        </a:p>
      </dgm:t>
    </dgm:pt>
    <dgm:pt modelId="{7740E838-E680-46FB-A641-360BAF22742A}" type="pres">
      <dgm:prSet presAssocID="{21241C85-8B28-4212-912F-8ADE1BDA3062}" presName="rootConnector" presStyleLbl="node2" presStyleIdx="1" presStyleCnt="3"/>
      <dgm:spPr/>
      <dgm:t>
        <a:bodyPr/>
        <a:lstStyle/>
        <a:p>
          <a:endParaRPr lang="es-ES"/>
        </a:p>
      </dgm:t>
    </dgm:pt>
    <dgm:pt modelId="{2768BFE3-CC15-4174-848F-4E495BCE1FF4}" type="pres">
      <dgm:prSet presAssocID="{21241C85-8B28-4212-912F-8ADE1BDA3062}" presName="hierChild4" presStyleCnt="0"/>
      <dgm:spPr/>
      <dgm:t>
        <a:bodyPr/>
        <a:lstStyle/>
        <a:p>
          <a:endParaRPr lang="es-ES"/>
        </a:p>
      </dgm:t>
    </dgm:pt>
    <dgm:pt modelId="{DFCF46BB-9AC6-4392-A5A5-DA6766DB548D}" type="pres">
      <dgm:prSet presAssocID="{E94E1B42-D817-4959-9A28-AE27C9EE2736}" presName="Name37" presStyleLbl="parChTrans1D3" presStyleIdx="1" presStyleCnt="5"/>
      <dgm:spPr/>
      <dgm:t>
        <a:bodyPr/>
        <a:lstStyle/>
        <a:p>
          <a:endParaRPr lang="es-ES"/>
        </a:p>
      </dgm:t>
    </dgm:pt>
    <dgm:pt modelId="{6C947F42-74B4-4103-9215-274252A613D2}" type="pres">
      <dgm:prSet presAssocID="{4DD77933-0C48-4096-BCB2-5A1F43BF5040}" presName="hierRoot2" presStyleCnt="0">
        <dgm:presLayoutVars>
          <dgm:hierBranch val="init"/>
        </dgm:presLayoutVars>
      </dgm:prSet>
      <dgm:spPr/>
      <dgm:t>
        <a:bodyPr/>
        <a:lstStyle/>
        <a:p>
          <a:endParaRPr lang="es-ES"/>
        </a:p>
      </dgm:t>
    </dgm:pt>
    <dgm:pt modelId="{EBD3B32D-3211-4B6F-9368-A22497A455E5}" type="pres">
      <dgm:prSet presAssocID="{4DD77933-0C48-4096-BCB2-5A1F43BF5040}" presName="rootComposite" presStyleCnt="0"/>
      <dgm:spPr/>
      <dgm:t>
        <a:bodyPr/>
        <a:lstStyle/>
        <a:p>
          <a:endParaRPr lang="es-ES"/>
        </a:p>
      </dgm:t>
    </dgm:pt>
    <dgm:pt modelId="{85E41ED6-0859-4DCA-952C-D1EB1AAD8CA9}" type="pres">
      <dgm:prSet presAssocID="{4DD77933-0C48-4096-BCB2-5A1F43BF5040}" presName="rootText" presStyleLbl="node3" presStyleIdx="1" presStyleCnt="5" custScaleX="133811">
        <dgm:presLayoutVars>
          <dgm:chPref val="3"/>
        </dgm:presLayoutVars>
      </dgm:prSet>
      <dgm:spPr/>
      <dgm:t>
        <a:bodyPr/>
        <a:lstStyle/>
        <a:p>
          <a:endParaRPr lang="es-ES"/>
        </a:p>
      </dgm:t>
    </dgm:pt>
    <dgm:pt modelId="{B040283A-546D-419F-934E-1025EF784593}" type="pres">
      <dgm:prSet presAssocID="{4DD77933-0C48-4096-BCB2-5A1F43BF5040}" presName="rootConnector" presStyleLbl="node3" presStyleIdx="1" presStyleCnt="5"/>
      <dgm:spPr/>
      <dgm:t>
        <a:bodyPr/>
        <a:lstStyle/>
        <a:p>
          <a:endParaRPr lang="es-ES"/>
        </a:p>
      </dgm:t>
    </dgm:pt>
    <dgm:pt modelId="{6DF59E59-CA7D-4D39-9DD9-7B9D4A93F2F8}" type="pres">
      <dgm:prSet presAssocID="{4DD77933-0C48-4096-BCB2-5A1F43BF5040}" presName="hierChild4" presStyleCnt="0"/>
      <dgm:spPr/>
      <dgm:t>
        <a:bodyPr/>
        <a:lstStyle/>
        <a:p>
          <a:endParaRPr lang="es-ES"/>
        </a:p>
      </dgm:t>
    </dgm:pt>
    <dgm:pt modelId="{4BE7FE88-0A5B-49F3-AC6B-3D9F781BCF1F}" type="pres">
      <dgm:prSet presAssocID="{4DD77933-0C48-4096-BCB2-5A1F43BF5040}" presName="hierChild5" presStyleCnt="0"/>
      <dgm:spPr/>
      <dgm:t>
        <a:bodyPr/>
        <a:lstStyle/>
        <a:p>
          <a:endParaRPr lang="es-ES"/>
        </a:p>
      </dgm:t>
    </dgm:pt>
    <dgm:pt modelId="{08AF699A-143C-4105-A626-DCD02FAF2ABF}" type="pres">
      <dgm:prSet presAssocID="{8F41D231-A83E-4E03-9620-B6DF6D4EC4ED}" presName="Name37" presStyleLbl="parChTrans1D3" presStyleIdx="2" presStyleCnt="5"/>
      <dgm:spPr/>
      <dgm:t>
        <a:bodyPr/>
        <a:lstStyle/>
        <a:p>
          <a:endParaRPr lang="es-ES"/>
        </a:p>
      </dgm:t>
    </dgm:pt>
    <dgm:pt modelId="{3E3123F6-6BE5-417B-84C6-334C7260051F}" type="pres">
      <dgm:prSet presAssocID="{C863BE93-20B0-480A-B8C7-B76761F6C8F5}" presName="hierRoot2" presStyleCnt="0">
        <dgm:presLayoutVars>
          <dgm:hierBranch val="init"/>
        </dgm:presLayoutVars>
      </dgm:prSet>
      <dgm:spPr/>
      <dgm:t>
        <a:bodyPr/>
        <a:lstStyle/>
        <a:p>
          <a:endParaRPr lang="es-ES"/>
        </a:p>
      </dgm:t>
    </dgm:pt>
    <dgm:pt modelId="{3991C8F2-4559-4BAD-BBEA-66E36C1CE07A}" type="pres">
      <dgm:prSet presAssocID="{C863BE93-20B0-480A-B8C7-B76761F6C8F5}" presName="rootComposite" presStyleCnt="0"/>
      <dgm:spPr/>
      <dgm:t>
        <a:bodyPr/>
        <a:lstStyle/>
        <a:p>
          <a:endParaRPr lang="es-ES"/>
        </a:p>
      </dgm:t>
    </dgm:pt>
    <dgm:pt modelId="{6D96E52B-E383-432F-AA0E-225DDDB59626}" type="pres">
      <dgm:prSet presAssocID="{C863BE93-20B0-480A-B8C7-B76761F6C8F5}" presName="rootText" presStyleLbl="node3" presStyleIdx="2" presStyleCnt="5" custScaleX="133150">
        <dgm:presLayoutVars>
          <dgm:chPref val="3"/>
        </dgm:presLayoutVars>
      </dgm:prSet>
      <dgm:spPr/>
      <dgm:t>
        <a:bodyPr/>
        <a:lstStyle/>
        <a:p>
          <a:endParaRPr lang="es-ES"/>
        </a:p>
      </dgm:t>
    </dgm:pt>
    <dgm:pt modelId="{55951C23-2C49-4F19-A30E-370BC9675319}" type="pres">
      <dgm:prSet presAssocID="{C863BE93-20B0-480A-B8C7-B76761F6C8F5}" presName="rootConnector" presStyleLbl="node3" presStyleIdx="2" presStyleCnt="5"/>
      <dgm:spPr/>
      <dgm:t>
        <a:bodyPr/>
        <a:lstStyle/>
        <a:p>
          <a:endParaRPr lang="es-ES"/>
        </a:p>
      </dgm:t>
    </dgm:pt>
    <dgm:pt modelId="{906B30A8-9D09-4663-9A7D-E3CB5D04866C}" type="pres">
      <dgm:prSet presAssocID="{C863BE93-20B0-480A-B8C7-B76761F6C8F5}" presName="hierChild4" presStyleCnt="0"/>
      <dgm:spPr/>
      <dgm:t>
        <a:bodyPr/>
        <a:lstStyle/>
        <a:p>
          <a:endParaRPr lang="es-ES"/>
        </a:p>
      </dgm:t>
    </dgm:pt>
    <dgm:pt modelId="{AF744386-8A4B-4E7F-A4F6-4D8FE4DBA8B7}" type="pres">
      <dgm:prSet presAssocID="{C863BE93-20B0-480A-B8C7-B76761F6C8F5}" presName="hierChild5" presStyleCnt="0"/>
      <dgm:spPr/>
      <dgm:t>
        <a:bodyPr/>
        <a:lstStyle/>
        <a:p>
          <a:endParaRPr lang="es-ES"/>
        </a:p>
      </dgm:t>
    </dgm:pt>
    <dgm:pt modelId="{2CFDCB58-34D3-4EF2-9BF0-871B3AC81094}" type="pres">
      <dgm:prSet presAssocID="{21241C85-8B28-4212-912F-8ADE1BDA3062}" presName="hierChild5" presStyleCnt="0"/>
      <dgm:spPr/>
      <dgm:t>
        <a:bodyPr/>
        <a:lstStyle/>
        <a:p>
          <a:endParaRPr lang="es-ES"/>
        </a:p>
      </dgm:t>
    </dgm:pt>
    <dgm:pt modelId="{937D17AF-D7D6-42FC-BF67-78631B7E2213}" type="pres">
      <dgm:prSet presAssocID="{5C8F6D3E-99C3-4D65-B0A1-7992C17BF1F3}" presName="Name37" presStyleLbl="parChTrans1D2" presStyleIdx="2" presStyleCnt="3"/>
      <dgm:spPr/>
      <dgm:t>
        <a:bodyPr/>
        <a:lstStyle/>
        <a:p>
          <a:endParaRPr lang="es-ES"/>
        </a:p>
      </dgm:t>
    </dgm:pt>
    <dgm:pt modelId="{BCB8B010-BEC2-4167-9B2B-6ED1963797D6}" type="pres">
      <dgm:prSet presAssocID="{97DE1B7E-693C-4607-B1E3-FABBE584D74C}" presName="hierRoot2" presStyleCnt="0">
        <dgm:presLayoutVars>
          <dgm:hierBranch val="init"/>
        </dgm:presLayoutVars>
      </dgm:prSet>
      <dgm:spPr/>
      <dgm:t>
        <a:bodyPr/>
        <a:lstStyle/>
        <a:p>
          <a:endParaRPr lang="es-ES"/>
        </a:p>
      </dgm:t>
    </dgm:pt>
    <dgm:pt modelId="{302D777A-84C6-4781-A5E8-29F5AFDDAB4E}" type="pres">
      <dgm:prSet presAssocID="{97DE1B7E-693C-4607-B1E3-FABBE584D74C}" presName="rootComposite" presStyleCnt="0"/>
      <dgm:spPr/>
      <dgm:t>
        <a:bodyPr/>
        <a:lstStyle/>
        <a:p>
          <a:endParaRPr lang="es-ES"/>
        </a:p>
      </dgm:t>
    </dgm:pt>
    <dgm:pt modelId="{412FC457-9B4D-4A13-A03A-9B70E3BDDD0C}" type="pres">
      <dgm:prSet presAssocID="{97DE1B7E-693C-4607-B1E3-FABBE584D74C}" presName="rootText" presStyleLbl="node2" presStyleIdx="2" presStyleCnt="3" custScaleX="184900">
        <dgm:presLayoutVars>
          <dgm:chPref val="3"/>
        </dgm:presLayoutVars>
      </dgm:prSet>
      <dgm:spPr/>
      <dgm:t>
        <a:bodyPr/>
        <a:lstStyle/>
        <a:p>
          <a:endParaRPr lang="es-ES"/>
        </a:p>
      </dgm:t>
    </dgm:pt>
    <dgm:pt modelId="{C13BDB14-D9E9-47A6-A3E5-F00BD1D9510B}" type="pres">
      <dgm:prSet presAssocID="{97DE1B7E-693C-4607-B1E3-FABBE584D74C}" presName="rootConnector" presStyleLbl="node2" presStyleIdx="2" presStyleCnt="3"/>
      <dgm:spPr/>
      <dgm:t>
        <a:bodyPr/>
        <a:lstStyle/>
        <a:p>
          <a:endParaRPr lang="es-ES"/>
        </a:p>
      </dgm:t>
    </dgm:pt>
    <dgm:pt modelId="{1A6FEF09-0C4C-4B67-91FA-0A9B93EB7E05}" type="pres">
      <dgm:prSet presAssocID="{97DE1B7E-693C-4607-B1E3-FABBE584D74C}" presName="hierChild4" presStyleCnt="0"/>
      <dgm:spPr/>
      <dgm:t>
        <a:bodyPr/>
        <a:lstStyle/>
        <a:p>
          <a:endParaRPr lang="es-ES"/>
        </a:p>
      </dgm:t>
    </dgm:pt>
    <dgm:pt modelId="{00B17FBF-1208-4676-BAB4-71279C477C1C}" type="pres">
      <dgm:prSet presAssocID="{16920603-DE40-43FD-93EA-208272DCE354}" presName="Name37" presStyleLbl="parChTrans1D3" presStyleIdx="3" presStyleCnt="5"/>
      <dgm:spPr/>
      <dgm:t>
        <a:bodyPr/>
        <a:lstStyle/>
        <a:p>
          <a:endParaRPr lang="es-ES"/>
        </a:p>
      </dgm:t>
    </dgm:pt>
    <dgm:pt modelId="{E13C6F27-331F-4758-97B8-5BEE86311444}" type="pres">
      <dgm:prSet presAssocID="{CD8213F7-4AC9-47A3-B527-46457BC504EF}" presName="hierRoot2" presStyleCnt="0">
        <dgm:presLayoutVars>
          <dgm:hierBranch val="init"/>
        </dgm:presLayoutVars>
      </dgm:prSet>
      <dgm:spPr/>
      <dgm:t>
        <a:bodyPr/>
        <a:lstStyle/>
        <a:p>
          <a:endParaRPr lang="es-ES"/>
        </a:p>
      </dgm:t>
    </dgm:pt>
    <dgm:pt modelId="{A5E18CF6-A969-4CA1-8FC0-84A4ADE0CB7C}" type="pres">
      <dgm:prSet presAssocID="{CD8213F7-4AC9-47A3-B527-46457BC504EF}" presName="rootComposite" presStyleCnt="0"/>
      <dgm:spPr/>
      <dgm:t>
        <a:bodyPr/>
        <a:lstStyle/>
        <a:p>
          <a:endParaRPr lang="es-ES"/>
        </a:p>
      </dgm:t>
    </dgm:pt>
    <dgm:pt modelId="{9D91FC49-EF0D-4678-A44B-0355C79D1D83}" type="pres">
      <dgm:prSet presAssocID="{CD8213F7-4AC9-47A3-B527-46457BC504EF}" presName="rootText" presStyleLbl="node3" presStyleIdx="3" presStyleCnt="5" custScaleX="133811">
        <dgm:presLayoutVars>
          <dgm:chPref val="3"/>
        </dgm:presLayoutVars>
      </dgm:prSet>
      <dgm:spPr/>
      <dgm:t>
        <a:bodyPr/>
        <a:lstStyle/>
        <a:p>
          <a:endParaRPr lang="es-ES"/>
        </a:p>
      </dgm:t>
    </dgm:pt>
    <dgm:pt modelId="{2C448A0E-C5DB-4C11-98A2-404249CE9D1E}" type="pres">
      <dgm:prSet presAssocID="{CD8213F7-4AC9-47A3-B527-46457BC504EF}" presName="rootConnector" presStyleLbl="node3" presStyleIdx="3" presStyleCnt="5"/>
      <dgm:spPr/>
      <dgm:t>
        <a:bodyPr/>
        <a:lstStyle/>
        <a:p>
          <a:endParaRPr lang="es-ES"/>
        </a:p>
      </dgm:t>
    </dgm:pt>
    <dgm:pt modelId="{AF7DF725-513C-43DC-B423-69FC2AE745D9}" type="pres">
      <dgm:prSet presAssocID="{CD8213F7-4AC9-47A3-B527-46457BC504EF}" presName="hierChild4" presStyleCnt="0"/>
      <dgm:spPr/>
      <dgm:t>
        <a:bodyPr/>
        <a:lstStyle/>
        <a:p>
          <a:endParaRPr lang="es-ES"/>
        </a:p>
      </dgm:t>
    </dgm:pt>
    <dgm:pt modelId="{AB86C2D1-7E64-4FF5-9A78-29AC9B6A8B1F}" type="pres">
      <dgm:prSet presAssocID="{CD8213F7-4AC9-47A3-B527-46457BC504EF}" presName="hierChild5" presStyleCnt="0"/>
      <dgm:spPr/>
      <dgm:t>
        <a:bodyPr/>
        <a:lstStyle/>
        <a:p>
          <a:endParaRPr lang="es-ES"/>
        </a:p>
      </dgm:t>
    </dgm:pt>
    <dgm:pt modelId="{0056AD2E-92EC-43BD-9F50-3044ABF529A2}" type="pres">
      <dgm:prSet presAssocID="{B907F17F-72C9-4B7F-8A08-120F6B8B75F6}" presName="Name37" presStyleLbl="parChTrans1D3" presStyleIdx="4" presStyleCnt="5"/>
      <dgm:spPr/>
      <dgm:t>
        <a:bodyPr/>
        <a:lstStyle/>
        <a:p>
          <a:endParaRPr lang="es-ES"/>
        </a:p>
      </dgm:t>
    </dgm:pt>
    <dgm:pt modelId="{774DC957-FFAD-4BE7-94FA-FE556EDC47D1}" type="pres">
      <dgm:prSet presAssocID="{224CC8B8-D485-484D-9980-10D5D268916A}" presName="hierRoot2" presStyleCnt="0">
        <dgm:presLayoutVars>
          <dgm:hierBranch val="init"/>
        </dgm:presLayoutVars>
      </dgm:prSet>
      <dgm:spPr/>
      <dgm:t>
        <a:bodyPr/>
        <a:lstStyle/>
        <a:p>
          <a:endParaRPr lang="es-ES"/>
        </a:p>
      </dgm:t>
    </dgm:pt>
    <dgm:pt modelId="{D32AE2BC-FABB-4075-B9CD-A99441FAAB92}" type="pres">
      <dgm:prSet presAssocID="{224CC8B8-D485-484D-9980-10D5D268916A}" presName="rootComposite" presStyleCnt="0"/>
      <dgm:spPr/>
      <dgm:t>
        <a:bodyPr/>
        <a:lstStyle/>
        <a:p>
          <a:endParaRPr lang="es-ES"/>
        </a:p>
      </dgm:t>
    </dgm:pt>
    <dgm:pt modelId="{CB017756-1B4A-4878-AF2E-633DC5C07473}" type="pres">
      <dgm:prSet presAssocID="{224CC8B8-D485-484D-9980-10D5D268916A}" presName="rootText" presStyleLbl="node3" presStyleIdx="4" presStyleCnt="5" custScaleX="133150">
        <dgm:presLayoutVars>
          <dgm:chPref val="3"/>
        </dgm:presLayoutVars>
      </dgm:prSet>
      <dgm:spPr/>
      <dgm:t>
        <a:bodyPr/>
        <a:lstStyle/>
        <a:p>
          <a:endParaRPr lang="es-ES"/>
        </a:p>
      </dgm:t>
    </dgm:pt>
    <dgm:pt modelId="{59BB1EBD-D40E-4D07-B1BB-5255ED34A668}" type="pres">
      <dgm:prSet presAssocID="{224CC8B8-D485-484D-9980-10D5D268916A}" presName="rootConnector" presStyleLbl="node3" presStyleIdx="4" presStyleCnt="5"/>
      <dgm:spPr/>
      <dgm:t>
        <a:bodyPr/>
        <a:lstStyle/>
        <a:p>
          <a:endParaRPr lang="es-ES"/>
        </a:p>
      </dgm:t>
    </dgm:pt>
    <dgm:pt modelId="{088D5D91-1DE9-4CC1-BAF8-D438C7930EC2}" type="pres">
      <dgm:prSet presAssocID="{224CC8B8-D485-484D-9980-10D5D268916A}" presName="hierChild4" presStyleCnt="0"/>
      <dgm:spPr/>
      <dgm:t>
        <a:bodyPr/>
        <a:lstStyle/>
        <a:p>
          <a:endParaRPr lang="es-ES"/>
        </a:p>
      </dgm:t>
    </dgm:pt>
    <dgm:pt modelId="{9DEEF97E-8DF2-4332-9A8C-09A863FFC832}" type="pres">
      <dgm:prSet presAssocID="{224CC8B8-D485-484D-9980-10D5D268916A}" presName="hierChild5" presStyleCnt="0"/>
      <dgm:spPr/>
      <dgm:t>
        <a:bodyPr/>
        <a:lstStyle/>
        <a:p>
          <a:endParaRPr lang="es-ES"/>
        </a:p>
      </dgm:t>
    </dgm:pt>
    <dgm:pt modelId="{179DA8C0-CC53-4741-9A13-440776960094}" type="pres">
      <dgm:prSet presAssocID="{97DE1B7E-693C-4607-B1E3-FABBE584D74C}" presName="hierChild5" presStyleCnt="0"/>
      <dgm:spPr/>
      <dgm:t>
        <a:bodyPr/>
        <a:lstStyle/>
        <a:p>
          <a:endParaRPr lang="es-ES"/>
        </a:p>
      </dgm:t>
    </dgm:pt>
    <dgm:pt modelId="{C10B08D9-BF60-460B-AD05-69E478B402BF}" type="pres">
      <dgm:prSet presAssocID="{CFD3932A-F7EC-4ABD-89CA-1FC6AA93FD9B}" presName="hierChild3" presStyleCnt="0"/>
      <dgm:spPr/>
      <dgm:t>
        <a:bodyPr/>
        <a:lstStyle/>
        <a:p>
          <a:endParaRPr lang="es-ES"/>
        </a:p>
      </dgm:t>
    </dgm:pt>
  </dgm:ptLst>
  <dgm:cxnLst>
    <dgm:cxn modelId="{D410ED02-3AB9-4E31-B36F-277250D0550A}" type="presOf" srcId="{DD9357F0-F3B8-48DB-AA19-D134F1BFFB49}" destId="{38D8E4EB-7D0F-4549-8F63-6FED5450D6B3}" srcOrd="0" destOrd="0" presId="urn:microsoft.com/office/officeart/2005/8/layout/orgChart1"/>
    <dgm:cxn modelId="{0F2DB063-27D1-43EC-A711-58D732264B2A}" type="presOf" srcId="{4DD77933-0C48-4096-BCB2-5A1F43BF5040}" destId="{B040283A-546D-419F-934E-1025EF784593}" srcOrd="1" destOrd="0" presId="urn:microsoft.com/office/officeart/2005/8/layout/orgChart1"/>
    <dgm:cxn modelId="{F0357BFE-5D49-4D00-B437-776B0642FADB}" type="presOf" srcId="{88DC3B29-6B52-4AF4-95FE-82D70E12DF8E}" destId="{DAAD74AD-0894-42E3-8A24-85020E5B8D88}" srcOrd="0" destOrd="0" presId="urn:microsoft.com/office/officeart/2005/8/layout/orgChart1"/>
    <dgm:cxn modelId="{C56B3524-8364-4A47-BD8C-56FE16915260}" type="presOf" srcId="{21241C85-8B28-4212-912F-8ADE1BDA3062}" destId="{808432FC-A38E-4738-A6AA-A8B559A6C594}" srcOrd="0" destOrd="0" presId="urn:microsoft.com/office/officeart/2005/8/layout/orgChart1"/>
    <dgm:cxn modelId="{68F61182-C737-4CB0-BA38-3D0E1AD96092}" type="presOf" srcId="{CF8028CA-2195-4763-8F6B-6DFDE557CE80}" destId="{9D43E297-DF9E-4250-897E-6A93A25E6FAC}" srcOrd="0" destOrd="0" presId="urn:microsoft.com/office/officeart/2005/8/layout/orgChart1"/>
    <dgm:cxn modelId="{43FAC12D-5839-4FA8-A224-C207378FE5C5}" type="presOf" srcId="{E94E1B42-D817-4959-9A28-AE27C9EE2736}" destId="{DFCF46BB-9AC6-4392-A5A5-DA6766DB548D}" srcOrd="0" destOrd="0" presId="urn:microsoft.com/office/officeart/2005/8/layout/orgChart1"/>
    <dgm:cxn modelId="{EF359E80-DA2A-4CA6-9914-65DFC8D7E929}" type="presOf" srcId="{97DE1B7E-693C-4607-B1E3-FABBE584D74C}" destId="{412FC457-9B4D-4A13-A03A-9B70E3BDDD0C}" srcOrd="0" destOrd="0" presId="urn:microsoft.com/office/officeart/2005/8/layout/orgChart1"/>
    <dgm:cxn modelId="{08DC01B2-8A21-4D15-910D-F1E7E392056E}" type="presOf" srcId="{8F41D231-A83E-4E03-9620-B6DF6D4EC4ED}" destId="{08AF699A-143C-4105-A626-DCD02FAF2ABF}" srcOrd="0" destOrd="0" presId="urn:microsoft.com/office/officeart/2005/8/layout/orgChart1"/>
    <dgm:cxn modelId="{BC400FD5-3604-4C57-A98D-303940F53FF9}" type="presOf" srcId="{CF8028CA-2195-4763-8F6B-6DFDE557CE80}" destId="{024854B0-1B0C-4719-914E-4BE150C95BBC}" srcOrd="1" destOrd="0" presId="urn:microsoft.com/office/officeart/2005/8/layout/orgChart1"/>
    <dgm:cxn modelId="{94B3EB84-9C0B-4454-A0C8-00C61FEEBBD7}" srcId="{CFD3932A-F7EC-4ABD-89CA-1FC6AA93FD9B}" destId="{21241C85-8B28-4212-912F-8ADE1BDA3062}" srcOrd="1" destOrd="0" parTransId="{DD9357F0-F3B8-48DB-AA19-D134F1BFFB49}" sibTransId="{0411F8ED-C5A7-4DF3-8394-2BB783E18F6C}"/>
    <dgm:cxn modelId="{9E5A881F-C492-4550-8FC0-ADE59745EAE1}" srcId="{CFD3932A-F7EC-4ABD-89CA-1FC6AA93FD9B}" destId="{97DE1B7E-693C-4607-B1E3-FABBE584D74C}" srcOrd="2" destOrd="0" parTransId="{5C8F6D3E-99C3-4D65-B0A1-7992C17BF1F3}" sibTransId="{9C800A19-DED6-4E87-8F7F-FA6C1325DEBD}"/>
    <dgm:cxn modelId="{37C20468-DA7A-4999-ABF1-52AC9A743330}" type="presOf" srcId="{D2FB86C8-6B44-42B7-9507-CC4C536C26E9}" destId="{E500B84F-5E82-4B53-945A-8AE526F52092}" srcOrd="0" destOrd="0" presId="urn:microsoft.com/office/officeart/2005/8/layout/orgChart1"/>
    <dgm:cxn modelId="{2597B76D-F308-4A7D-A1D4-8B3DA0DE1ECD}" type="presOf" srcId="{224CC8B8-D485-484D-9980-10D5D268916A}" destId="{CB017756-1B4A-4878-AF2E-633DC5C07473}" srcOrd="0" destOrd="0" presId="urn:microsoft.com/office/officeart/2005/8/layout/orgChart1"/>
    <dgm:cxn modelId="{2ED6648A-C2AC-4205-BB6B-13B4080276B1}" type="presOf" srcId="{CD8213F7-4AC9-47A3-B527-46457BC504EF}" destId="{2C448A0E-C5DB-4C11-98A2-404249CE9D1E}" srcOrd="1" destOrd="0" presId="urn:microsoft.com/office/officeart/2005/8/layout/orgChart1"/>
    <dgm:cxn modelId="{A8671A0E-0289-4052-827B-0EAD2F96AB3F}" type="presOf" srcId="{5C8F6D3E-99C3-4D65-B0A1-7992C17BF1F3}" destId="{937D17AF-D7D6-42FC-BF67-78631B7E2213}" srcOrd="0" destOrd="0" presId="urn:microsoft.com/office/officeart/2005/8/layout/orgChart1"/>
    <dgm:cxn modelId="{812BBCBB-6BBA-4687-9B48-5236376A3C53}" type="presOf" srcId="{224CC8B8-D485-484D-9980-10D5D268916A}" destId="{59BB1EBD-D40E-4D07-B1BB-5255ED34A668}" srcOrd="1" destOrd="0" presId="urn:microsoft.com/office/officeart/2005/8/layout/orgChart1"/>
    <dgm:cxn modelId="{7EF67580-F248-48A2-8C4F-0C5C0B3E17EB}" type="presOf" srcId="{2EBD3D64-B915-4913-B00E-4F60F8A96B3D}" destId="{3CACF5AF-4F55-434E-ABBF-8F5C916486D0}" srcOrd="1" destOrd="0" presId="urn:microsoft.com/office/officeart/2005/8/layout/orgChart1"/>
    <dgm:cxn modelId="{BB2D047B-B473-45CD-B000-D9744CB8C45A}" type="presOf" srcId="{B907F17F-72C9-4B7F-8A08-120F6B8B75F6}" destId="{0056AD2E-92EC-43BD-9F50-3044ABF529A2}" srcOrd="0" destOrd="0" presId="urn:microsoft.com/office/officeart/2005/8/layout/orgChart1"/>
    <dgm:cxn modelId="{228EB6E2-21CC-4AAA-BC32-55B01A43AD9F}" srcId="{CF8028CA-2195-4763-8F6B-6DFDE557CE80}" destId="{2EBD3D64-B915-4913-B00E-4F60F8A96B3D}" srcOrd="0" destOrd="0" parTransId="{E477609D-FDCC-4DD2-82C0-CB60A68E401A}" sibTransId="{1C928AE5-96A7-4BD8-8CE5-C5B592CE676A}"/>
    <dgm:cxn modelId="{7D4E2910-CAF3-41F8-89A2-C79F8AA33715}" type="presOf" srcId="{16920603-DE40-43FD-93EA-208272DCE354}" destId="{00B17FBF-1208-4676-BAB4-71279C477C1C}" srcOrd="0" destOrd="0" presId="urn:microsoft.com/office/officeart/2005/8/layout/orgChart1"/>
    <dgm:cxn modelId="{0150EAA1-506D-4CF7-A8E4-29943987F37A}" type="presOf" srcId="{97DE1B7E-693C-4607-B1E3-FABBE584D74C}" destId="{C13BDB14-D9E9-47A6-A3E5-F00BD1D9510B}" srcOrd="1" destOrd="0" presId="urn:microsoft.com/office/officeart/2005/8/layout/orgChart1"/>
    <dgm:cxn modelId="{88FDAE9D-411D-4C9A-801E-C1050A95D91D}" type="presOf" srcId="{C863BE93-20B0-480A-B8C7-B76761F6C8F5}" destId="{6D96E52B-E383-432F-AA0E-225DDDB59626}" srcOrd="0" destOrd="0" presId="urn:microsoft.com/office/officeart/2005/8/layout/orgChart1"/>
    <dgm:cxn modelId="{AAE39E9C-8D49-441D-AFED-A671A288AD1D}" srcId="{21241C85-8B28-4212-912F-8ADE1BDA3062}" destId="{4DD77933-0C48-4096-BCB2-5A1F43BF5040}" srcOrd="0" destOrd="0" parTransId="{E94E1B42-D817-4959-9A28-AE27C9EE2736}" sibTransId="{0B4931AB-4753-47F3-87B5-0D4669788FCF}"/>
    <dgm:cxn modelId="{18BF6DEF-4F09-40C7-BA0B-0B658BC6F7B7}" type="presOf" srcId="{CD8213F7-4AC9-47A3-B527-46457BC504EF}" destId="{9D91FC49-EF0D-4678-A44B-0355C79D1D83}" srcOrd="0" destOrd="0" presId="urn:microsoft.com/office/officeart/2005/8/layout/orgChart1"/>
    <dgm:cxn modelId="{DFFEFCB2-9754-475F-A166-EECEE9F2180F}" type="presOf" srcId="{CFD3932A-F7EC-4ABD-89CA-1FC6AA93FD9B}" destId="{ECD58994-6C08-4C9C-9427-100E48C07034}" srcOrd="1" destOrd="0" presId="urn:microsoft.com/office/officeart/2005/8/layout/orgChart1"/>
    <dgm:cxn modelId="{35773BD1-F5B3-41B2-BBCF-A60C87CD9431}" type="presOf" srcId="{4DD77933-0C48-4096-BCB2-5A1F43BF5040}" destId="{85E41ED6-0859-4DCA-952C-D1EB1AAD8CA9}" srcOrd="0" destOrd="0" presId="urn:microsoft.com/office/officeart/2005/8/layout/orgChart1"/>
    <dgm:cxn modelId="{8EB092A7-E61D-461E-BB5A-84B8F88B9CDC}" srcId="{D2FB86C8-6B44-42B7-9507-CC4C536C26E9}" destId="{CFD3932A-F7EC-4ABD-89CA-1FC6AA93FD9B}" srcOrd="0" destOrd="0" parTransId="{9A7931F8-22A2-49FD-B415-56A819AE2BC7}" sibTransId="{90FBD2F4-255F-4884-B65F-A2DFEA3A53BC}"/>
    <dgm:cxn modelId="{821B6A42-2490-4E7D-8E96-C68260533996}" type="presOf" srcId="{21241C85-8B28-4212-912F-8ADE1BDA3062}" destId="{7740E838-E680-46FB-A641-360BAF22742A}" srcOrd="1" destOrd="0" presId="urn:microsoft.com/office/officeart/2005/8/layout/orgChart1"/>
    <dgm:cxn modelId="{275CF5CF-9BB9-459C-987F-C73AF6FFC32E}" srcId="{97DE1B7E-693C-4607-B1E3-FABBE584D74C}" destId="{CD8213F7-4AC9-47A3-B527-46457BC504EF}" srcOrd="0" destOrd="0" parTransId="{16920603-DE40-43FD-93EA-208272DCE354}" sibTransId="{9B105E51-FC0B-4D04-B21B-D59504CA75BC}"/>
    <dgm:cxn modelId="{64551A18-6BE5-434C-AC13-2A7A015A59D7}" type="presOf" srcId="{2EBD3D64-B915-4913-B00E-4F60F8A96B3D}" destId="{5F6C78CD-C554-44E5-B42A-D0002E3425D6}" srcOrd="0" destOrd="0" presId="urn:microsoft.com/office/officeart/2005/8/layout/orgChart1"/>
    <dgm:cxn modelId="{120133D4-1AED-4184-975E-417EC200DFA2}" type="presOf" srcId="{CFD3932A-F7EC-4ABD-89CA-1FC6AA93FD9B}" destId="{34520804-3251-4599-9E95-7A53F6F3C2C1}" srcOrd="0" destOrd="0" presId="urn:microsoft.com/office/officeart/2005/8/layout/orgChart1"/>
    <dgm:cxn modelId="{3B8260C2-F7F8-4E16-B0DB-4110D517DF9C}" type="presOf" srcId="{C863BE93-20B0-480A-B8C7-B76761F6C8F5}" destId="{55951C23-2C49-4F19-A30E-370BC9675319}" srcOrd="1" destOrd="0" presId="urn:microsoft.com/office/officeart/2005/8/layout/orgChart1"/>
    <dgm:cxn modelId="{368DE235-BC64-4153-9313-5F11249888EB}" type="presOf" srcId="{E477609D-FDCC-4DD2-82C0-CB60A68E401A}" destId="{7F395731-FC67-4DCF-B085-7DEFCB4F2049}" srcOrd="0" destOrd="0" presId="urn:microsoft.com/office/officeart/2005/8/layout/orgChart1"/>
    <dgm:cxn modelId="{3499CFD3-D1CB-406A-BB6E-2C0B23AF169E}" srcId="{21241C85-8B28-4212-912F-8ADE1BDA3062}" destId="{C863BE93-20B0-480A-B8C7-B76761F6C8F5}" srcOrd="1" destOrd="0" parTransId="{8F41D231-A83E-4E03-9620-B6DF6D4EC4ED}" sibTransId="{0E5EE59E-7DA1-4BD1-B6EC-8D5A12FD93C2}"/>
    <dgm:cxn modelId="{352478AA-60F0-4191-92F5-D51C15C70149}" srcId="{CFD3932A-F7EC-4ABD-89CA-1FC6AA93FD9B}" destId="{CF8028CA-2195-4763-8F6B-6DFDE557CE80}" srcOrd="0" destOrd="0" parTransId="{88DC3B29-6B52-4AF4-95FE-82D70E12DF8E}" sibTransId="{C781CFBE-753A-40BB-A440-BF3DF399F0CF}"/>
    <dgm:cxn modelId="{B017836D-142D-4479-AD83-BB37201BBED9}" srcId="{97DE1B7E-693C-4607-B1E3-FABBE584D74C}" destId="{224CC8B8-D485-484D-9980-10D5D268916A}" srcOrd="1" destOrd="0" parTransId="{B907F17F-72C9-4B7F-8A08-120F6B8B75F6}" sibTransId="{E3432AB9-5F7E-486E-8EB0-905B62DE096C}"/>
    <dgm:cxn modelId="{955A91FF-38D2-4DB5-BCA7-C0D98E32FDE1}" type="presParOf" srcId="{E500B84F-5E82-4B53-945A-8AE526F52092}" destId="{DC9D9E0A-7B30-441A-80D0-01D323D6840E}" srcOrd="0" destOrd="0" presId="urn:microsoft.com/office/officeart/2005/8/layout/orgChart1"/>
    <dgm:cxn modelId="{0349C424-6B58-4010-9AD1-7E717C3542BB}" type="presParOf" srcId="{DC9D9E0A-7B30-441A-80D0-01D323D6840E}" destId="{17F80941-54F6-4EE8-BD52-C7BC4DDF80F8}" srcOrd="0" destOrd="0" presId="urn:microsoft.com/office/officeart/2005/8/layout/orgChart1"/>
    <dgm:cxn modelId="{F0F7B8BD-F2F0-43F0-816E-D1950B1915BE}" type="presParOf" srcId="{17F80941-54F6-4EE8-BD52-C7BC4DDF80F8}" destId="{34520804-3251-4599-9E95-7A53F6F3C2C1}" srcOrd="0" destOrd="0" presId="urn:microsoft.com/office/officeart/2005/8/layout/orgChart1"/>
    <dgm:cxn modelId="{AC51F0A3-8376-4344-A3A3-3C206289120F}" type="presParOf" srcId="{17F80941-54F6-4EE8-BD52-C7BC4DDF80F8}" destId="{ECD58994-6C08-4C9C-9427-100E48C07034}" srcOrd="1" destOrd="0" presId="urn:microsoft.com/office/officeart/2005/8/layout/orgChart1"/>
    <dgm:cxn modelId="{CAB08F98-94B9-4954-8BF0-930C83B7B0BE}" type="presParOf" srcId="{DC9D9E0A-7B30-441A-80D0-01D323D6840E}" destId="{0FAAE27E-C5E0-49D6-88CE-6056A04408F3}" srcOrd="1" destOrd="0" presId="urn:microsoft.com/office/officeart/2005/8/layout/orgChart1"/>
    <dgm:cxn modelId="{3AE96628-800B-4F24-82B6-34435169CD05}" type="presParOf" srcId="{0FAAE27E-C5E0-49D6-88CE-6056A04408F3}" destId="{DAAD74AD-0894-42E3-8A24-85020E5B8D88}" srcOrd="0" destOrd="0" presId="urn:microsoft.com/office/officeart/2005/8/layout/orgChart1"/>
    <dgm:cxn modelId="{A91042D9-D683-4569-B47E-60F4D388FC46}" type="presParOf" srcId="{0FAAE27E-C5E0-49D6-88CE-6056A04408F3}" destId="{43AA16F3-7756-477D-A3F3-DDBEE6E1EC53}" srcOrd="1" destOrd="0" presId="urn:microsoft.com/office/officeart/2005/8/layout/orgChart1"/>
    <dgm:cxn modelId="{85A1B61A-BF71-4B58-A210-D363495259D8}" type="presParOf" srcId="{43AA16F3-7756-477D-A3F3-DDBEE6E1EC53}" destId="{1F918B1E-C9AC-4013-ADC3-243717701AE8}" srcOrd="0" destOrd="0" presId="urn:microsoft.com/office/officeart/2005/8/layout/orgChart1"/>
    <dgm:cxn modelId="{43A71281-B6C3-486C-A2B8-38E9C202DC7B}" type="presParOf" srcId="{1F918B1E-C9AC-4013-ADC3-243717701AE8}" destId="{9D43E297-DF9E-4250-897E-6A93A25E6FAC}" srcOrd="0" destOrd="0" presId="urn:microsoft.com/office/officeart/2005/8/layout/orgChart1"/>
    <dgm:cxn modelId="{2C3580AF-019F-4B35-BE6B-C9A1393107D9}" type="presParOf" srcId="{1F918B1E-C9AC-4013-ADC3-243717701AE8}" destId="{024854B0-1B0C-4719-914E-4BE150C95BBC}" srcOrd="1" destOrd="0" presId="urn:microsoft.com/office/officeart/2005/8/layout/orgChart1"/>
    <dgm:cxn modelId="{91D840B0-9791-4DDE-8595-DAB22442E6EA}" type="presParOf" srcId="{43AA16F3-7756-477D-A3F3-DDBEE6E1EC53}" destId="{B50D22BD-8C56-4859-A4C9-B8728FB97153}" srcOrd="1" destOrd="0" presId="urn:microsoft.com/office/officeart/2005/8/layout/orgChart1"/>
    <dgm:cxn modelId="{945CC1F1-37BA-4D11-A3AE-704F2BA7E111}" type="presParOf" srcId="{B50D22BD-8C56-4859-A4C9-B8728FB97153}" destId="{7F395731-FC67-4DCF-B085-7DEFCB4F2049}" srcOrd="0" destOrd="0" presId="urn:microsoft.com/office/officeart/2005/8/layout/orgChart1"/>
    <dgm:cxn modelId="{16F36EBB-184F-46A2-BFA6-1E6A5DD717FD}" type="presParOf" srcId="{B50D22BD-8C56-4859-A4C9-B8728FB97153}" destId="{469F9D5B-D8B0-4353-8595-747A01714443}" srcOrd="1" destOrd="0" presId="urn:microsoft.com/office/officeart/2005/8/layout/orgChart1"/>
    <dgm:cxn modelId="{08FF44AE-1141-4453-8039-CF6F476BDFE2}" type="presParOf" srcId="{469F9D5B-D8B0-4353-8595-747A01714443}" destId="{2CC056F8-66C1-4CB2-A185-B2D70A211ED9}" srcOrd="0" destOrd="0" presId="urn:microsoft.com/office/officeart/2005/8/layout/orgChart1"/>
    <dgm:cxn modelId="{6E4A915A-A359-4E27-BC3F-6944C1B0A857}" type="presParOf" srcId="{2CC056F8-66C1-4CB2-A185-B2D70A211ED9}" destId="{5F6C78CD-C554-44E5-B42A-D0002E3425D6}" srcOrd="0" destOrd="0" presId="urn:microsoft.com/office/officeart/2005/8/layout/orgChart1"/>
    <dgm:cxn modelId="{2CED8F19-0D78-434D-AD17-6A58F0295C6B}" type="presParOf" srcId="{2CC056F8-66C1-4CB2-A185-B2D70A211ED9}" destId="{3CACF5AF-4F55-434E-ABBF-8F5C916486D0}" srcOrd="1" destOrd="0" presId="urn:microsoft.com/office/officeart/2005/8/layout/orgChart1"/>
    <dgm:cxn modelId="{0972916C-50B0-45C0-A4F4-FE273BF4353B}" type="presParOf" srcId="{469F9D5B-D8B0-4353-8595-747A01714443}" destId="{96607888-E98D-4C9B-AF32-474FBF7DD886}" srcOrd="1" destOrd="0" presId="urn:microsoft.com/office/officeart/2005/8/layout/orgChart1"/>
    <dgm:cxn modelId="{0FE35FAE-036F-4FEF-B139-BC7548296300}" type="presParOf" srcId="{469F9D5B-D8B0-4353-8595-747A01714443}" destId="{A4FCCF19-B392-43CC-B6C6-67DCA509C206}" srcOrd="2" destOrd="0" presId="urn:microsoft.com/office/officeart/2005/8/layout/orgChart1"/>
    <dgm:cxn modelId="{B2A08A5A-FEC9-48A1-B16C-3A96A74D7881}" type="presParOf" srcId="{43AA16F3-7756-477D-A3F3-DDBEE6E1EC53}" destId="{EF824B7E-5033-4576-AF8E-B429D613550D}" srcOrd="2" destOrd="0" presId="urn:microsoft.com/office/officeart/2005/8/layout/orgChart1"/>
    <dgm:cxn modelId="{C1656F55-42E1-4CBE-BEA0-B34A310B0D9B}" type="presParOf" srcId="{0FAAE27E-C5E0-49D6-88CE-6056A04408F3}" destId="{38D8E4EB-7D0F-4549-8F63-6FED5450D6B3}" srcOrd="2" destOrd="0" presId="urn:microsoft.com/office/officeart/2005/8/layout/orgChart1"/>
    <dgm:cxn modelId="{F32DD534-BAB0-422E-B1CE-C0EF48E22B53}" type="presParOf" srcId="{0FAAE27E-C5E0-49D6-88CE-6056A04408F3}" destId="{42A31DD7-117D-4096-8885-0DDE68D8EA14}" srcOrd="3" destOrd="0" presId="urn:microsoft.com/office/officeart/2005/8/layout/orgChart1"/>
    <dgm:cxn modelId="{5372334D-841A-4ABD-AE47-BD3C54BF4405}" type="presParOf" srcId="{42A31DD7-117D-4096-8885-0DDE68D8EA14}" destId="{5824CF10-EFE0-491F-828A-E79A87160FEC}" srcOrd="0" destOrd="0" presId="urn:microsoft.com/office/officeart/2005/8/layout/orgChart1"/>
    <dgm:cxn modelId="{8CE817D7-082E-479A-A989-CC19558FF368}" type="presParOf" srcId="{5824CF10-EFE0-491F-828A-E79A87160FEC}" destId="{808432FC-A38E-4738-A6AA-A8B559A6C594}" srcOrd="0" destOrd="0" presId="urn:microsoft.com/office/officeart/2005/8/layout/orgChart1"/>
    <dgm:cxn modelId="{E6299B63-F282-4B78-A2CB-CAE980A8AD50}" type="presParOf" srcId="{5824CF10-EFE0-491F-828A-E79A87160FEC}" destId="{7740E838-E680-46FB-A641-360BAF22742A}" srcOrd="1" destOrd="0" presId="urn:microsoft.com/office/officeart/2005/8/layout/orgChart1"/>
    <dgm:cxn modelId="{533F3829-3BF4-42DA-8AD1-890D12200D76}" type="presParOf" srcId="{42A31DD7-117D-4096-8885-0DDE68D8EA14}" destId="{2768BFE3-CC15-4174-848F-4E495BCE1FF4}" srcOrd="1" destOrd="0" presId="urn:microsoft.com/office/officeart/2005/8/layout/orgChart1"/>
    <dgm:cxn modelId="{6613C185-FBCF-43AA-8835-36EA461A1172}" type="presParOf" srcId="{2768BFE3-CC15-4174-848F-4E495BCE1FF4}" destId="{DFCF46BB-9AC6-4392-A5A5-DA6766DB548D}" srcOrd="0" destOrd="0" presId="urn:microsoft.com/office/officeart/2005/8/layout/orgChart1"/>
    <dgm:cxn modelId="{EE6B2E77-3269-4BE6-BDDD-2E36E26C159C}" type="presParOf" srcId="{2768BFE3-CC15-4174-848F-4E495BCE1FF4}" destId="{6C947F42-74B4-4103-9215-274252A613D2}" srcOrd="1" destOrd="0" presId="urn:microsoft.com/office/officeart/2005/8/layout/orgChart1"/>
    <dgm:cxn modelId="{8FE437C5-B915-408C-A910-C2FEDD292F44}" type="presParOf" srcId="{6C947F42-74B4-4103-9215-274252A613D2}" destId="{EBD3B32D-3211-4B6F-9368-A22497A455E5}" srcOrd="0" destOrd="0" presId="urn:microsoft.com/office/officeart/2005/8/layout/orgChart1"/>
    <dgm:cxn modelId="{C10312B0-5151-41B3-A703-7EE81A382DBD}" type="presParOf" srcId="{EBD3B32D-3211-4B6F-9368-A22497A455E5}" destId="{85E41ED6-0859-4DCA-952C-D1EB1AAD8CA9}" srcOrd="0" destOrd="0" presId="urn:microsoft.com/office/officeart/2005/8/layout/orgChart1"/>
    <dgm:cxn modelId="{2039CE66-AFA2-4D4E-BC85-40D5F7BF7C7B}" type="presParOf" srcId="{EBD3B32D-3211-4B6F-9368-A22497A455E5}" destId="{B040283A-546D-419F-934E-1025EF784593}" srcOrd="1" destOrd="0" presId="urn:microsoft.com/office/officeart/2005/8/layout/orgChart1"/>
    <dgm:cxn modelId="{16C88363-0DA4-4A41-8F04-957EA9B6AB2D}" type="presParOf" srcId="{6C947F42-74B4-4103-9215-274252A613D2}" destId="{6DF59E59-CA7D-4D39-9DD9-7B9D4A93F2F8}" srcOrd="1" destOrd="0" presId="urn:microsoft.com/office/officeart/2005/8/layout/orgChart1"/>
    <dgm:cxn modelId="{AA9BCD38-E59C-4B27-987E-AAA97CE88E72}" type="presParOf" srcId="{6C947F42-74B4-4103-9215-274252A613D2}" destId="{4BE7FE88-0A5B-49F3-AC6B-3D9F781BCF1F}" srcOrd="2" destOrd="0" presId="urn:microsoft.com/office/officeart/2005/8/layout/orgChart1"/>
    <dgm:cxn modelId="{5AEDC1A4-55E8-4B67-83AB-A730FBF39303}" type="presParOf" srcId="{2768BFE3-CC15-4174-848F-4E495BCE1FF4}" destId="{08AF699A-143C-4105-A626-DCD02FAF2ABF}" srcOrd="2" destOrd="0" presId="urn:microsoft.com/office/officeart/2005/8/layout/orgChart1"/>
    <dgm:cxn modelId="{0F4FCBE8-9530-4907-8ABB-18386AABAB17}" type="presParOf" srcId="{2768BFE3-CC15-4174-848F-4E495BCE1FF4}" destId="{3E3123F6-6BE5-417B-84C6-334C7260051F}" srcOrd="3" destOrd="0" presId="urn:microsoft.com/office/officeart/2005/8/layout/orgChart1"/>
    <dgm:cxn modelId="{844D516C-1540-4F9F-97DC-439FC956A191}" type="presParOf" srcId="{3E3123F6-6BE5-417B-84C6-334C7260051F}" destId="{3991C8F2-4559-4BAD-BBEA-66E36C1CE07A}" srcOrd="0" destOrd="0" presId="urn:microsoft.com/office/officeart/2005/8/layout/orgChart1"/>
    <dgm:cxn modelId="{31F28E50-DA87-4725-88BA-4A9E3D7EB503}" type="presParOf" srcId="{3991C8F2-4559-4BAD-BBEA-66E36C1CE07A}" destId="{6D96E52B-E383-432F-AA0E-225DDDB59626}" srcOrd="0" destOrd="0" presId="urn:microsoft.com/office/officeart/2005/8/layout/orgChart1"/>
    <dgm:cxn modelId="{471F2F07-75BD-4264-9638-B172FAB00020}" type="presParOf" srcId="{3991C8F2-4559-4BAD-BBEA-66E36C1CE07A}" destId="{55951C23-2C49-4F19-A30E-370BC9675319}" srcOrd="1" destOrd="0" presId="urn:microsoft.com/office/officeart/2005/8/layout/orgChart1"/>
    <dgm:cxn modelId="{C4023D33-172B-45DD-BBFE-CA0B0EAAB9D9}" type="presParOf" srcId="{3E3123F6-6BE5-417B-84C6-334C7260051F}" destId="{906B30A8-9D09-4663-9A7D-E3CB5D04866C}" srcOrd="1" destOrd="0" presId="urn:microsoft.com/office/officeart/2005/8/layout/orgChart1"/>
    <dgm:cxn modelId="{446187A0-FBA1-41C0-B7C1-6CB3D276F9D1}" type="presParOf" srcId="{3E3123F6-6BE5-417B-84C6-334C7260051F}" destId="{AF744386-8A4B-4E7F-A4F6-4D8FE4DBA8B7}" srcOrd="2" destOrd="0" presId="urn:microsoft.com/office/officeart/2005/8/layout/orgChart1"/>
    <dgm:cxn modelId="{1E0E5022-ABA4-48AD-8CDE-5823C0759D30}" type="presParOf" srcId="{42A31DD7-117D-4096-8885-0DDE68D8EA14}" destId="{2CFDCB58-34D3-4EF2-9BF0-871B3AC81094}" srcOrd="2" destOrd="0" presId="urn:microsoft.com/office/officeart/2005/8/layout/orgChart1"/>
    <dgm:cxn modelId="{FBAEEC5D-2546-4BBA-B284-F7A082077DFE}" type="presParOf" srcId="{0FAAE27E-C5E0-49D6-88CE-6056A04408F3}" destId="{937D17AF-D7D6-42FC-BF67-78631B7E2213}" srcOrd="4" destOrd="0" presId="urn:microsoft.com/office/officeart/2005/8/layout/orgChart1"/>
    <dgm:cxn modelId="{51BCE49B-DDFE-4999-9D1A-827A0EF09024}" type="presParOf" srcId="{0FAAE27E-C5E0-49D6-88CE-6056A04408F3}" destId="{BCB8B010-BEC2-4167-9B2B-6ED1963797D6}" srcOrd="5" destOrd="0" presId="urn:microsoft.com/office/officeart/2005/8/layout/orgChart1"/>
    <dgm:cxn modelId="{F51B251F-CE40-41C5-99C0-19A3180A7F8C}" type="presParOf" srcId="{BCB8B010-BEC2-4167-9B2B-6ED1963797D6}" destId="{302D777A-84C6-4781-A5E8-29F5AFDDAB4E}" srcOrd="0" destOrd="0" presId="urn:microsoft.com/office/officeart/2005/8/layout/orgChart1"/>
    <dgm:cxn modelId="{F26697D3-C863-4B5B-BDE6-55C15B48B7C0}" type="presParOf" srcId="{302D777A-84C6-4781-A5E8-29F5AFDDAB4E}" destId="{412FC457-9B4D-4A13-A03A-9B70E3BDDD0C}" srcOrd="0" destOrd="0" presId="urn:microsoft.com/office/officeart/2005/8/layout/orgChart1"/>
    <dgm:cxn modelId="{4CE2E15F-4D1A-4407-B07B-169579092761}" type="presParOf" srcId="{302D777A-84C6-4781-A5E8-29F5AFDDAB4E}" destId="{C13BDB14-D9E9-47A6-A3E5-F00BD1D9510B}" srcOrd="1" destOrd="0" presId="urn:microsoft.com/office/officeart/2005/8/layout/orgChart1"/>
    <dgm:cxn modelId="{12B1C04A-AAE9-49AA-BEDF-9BAF39AB7F5E}" type="presParOf" srcId="{BCB8B010-BEC2-4167-9B2B-6ED1963797D6}" destId="{1A6FEF09-0C4C-4B67-91FA-0A9B93EB7E05}" srcOrd="1" destOrd="0" presId="urn:microsoft.com/office/officeart/2005/8/layout/orgChart1"/>
    <dgm:cxn modelId="{165EEAA7-CBEC-4EDF-9EBA-E430361F7AB8}" type="presParOf" srcId="{1A6FEF09-0C4C-4B67-91FA-0A9B93EB7E05}" destId="{00B17FBF-1208-4676-BAB4-71279C477C1C}" srcOrd="0" destOrd="0" presId="urn:microsoft.com/office/officeart/2005/8/layout/orgChart1"/>
    <dgm:cxn modelId="{239DA1C7-7FB4-4465-8AA3-45FCAB752B2B}" type="presParOf" srcId="{1A6FEF09-0C4C-4B67-91FA-0A9B93EB7E05}" destId="{E13C6F27-331F-4758-97B8-5BEE86311444}" srcOrd="1" destOrd="0" presId="urn:microsoft.com/office/officeart/2005/8/layout/orgChart1"/>
    <dgm:cxn modelId="{65D538C2-FA1D-42C8-9A26-E4EA547578FB}" type="presParOf" srcId="{E13C6F27-331F-4758-97B8-5BEE86311444}" destId="{A5E18CF6-A969-4CA1-8FC0-84A4ADE0CB7C}" srcOrd="0" destOrd="0" presId="urn:microsoft.com/office/officeart/2005/8/layout/orgChart1"/>
    <dgm:cxn modelId="{80997A6A-0351-46E3-9AC7-824BF7A1A3A0}" type="presParOf" srcId="{A5E18CF6-A969-4CA1-8FC0-84A4ADE0CB7C}" destId="{9D91FC49-EF0D-4678-A44B-0355C79D1D83}" srcOrd="0" destOrd="0" presId="urn:microsoft.com/office/officeart/2005/8/layout/orgChart1"/>
    <dgm:cxn modelId="{F0FA2E1E-8F07-4C05-BA1D-966FCF884F93}" type="presParOf" srcId="{A5E18CF6-A969-4CA1-8FC0-84A4ADE0CB7C}" destId="{2C448A0E-C5DB-4C11-98A2-404249CE9D1E}" srcOrd="1" destOrd="0" presId="urn:microsoft.com/office/officeart/2005/8/layout/orgChart1"/>
    <dgm:cxn modelId="{00DB86DE-3701-4C05-85D7-FAB0A2FD29C3}" type="presParOf" srcId="{E13C6F27-331F-4758-97B8-5BEE86311444}" destId="{AF7DF725-513C-43DC-B423-69FC2AE745D9}" srcOrd="1" destOrd="0" presId="urn:microsoft.com/office/officeart/2005/8/layout/orgChart1"/>
    <dgm:cxn modelId="{622EF8E1-BCDB-4B0D-AF4A-F0F2D6571C79}" type="presParOf" srcId="{E13C6F27-331F-4758-97B8-5BEE86311444}" destId="{AB86C2D1-7E64-4FF5-9A78-29AC9B6A8B1F}" srcOrd="2" destOrd="0" presId="urn:microsoft.com/office/officeart/2005/8/layout/orgChart1"/>
    <dgm:cxn modelId="{03D00FEB-9FEE-4058-8FBA-F7467F12D8BF}" type="presParOf" srcId="{1A6FEF09-0C4C-4B67-91FA-0A9B93EB7E05}" destId="{0056AD2E-92EC-43BD-9F50-3044ABF529A2}" srcOrd="2" destOrd="0" presId="urn:microsoft.com/office/officeart/2005/8/layout/orgChart1"/>
    <dgm:cxn modelId="{44560C0C-A8FF-4CB4-9E8C-AEE44A036E38}" type="presParOf" srcId="{1A6FEF09-0C4C-4B67-91FA-0A9B93EB7E05}" destId="{774DC957-FFAD-4BE7-94FA-FE556EDC47D1}" srcOrd="3" destOrd="0" presId="urn:microsoft.com/office/officeart/2005/8/layout/orgChart1"/>
    <dgm:cxn modelId="{8BF419EC-6D17-47BD-B3E9-90D48265D7E0}" type="presParOf" srcId="{774DC957-FFAD-4BE7-94FA-FE556EDC47D1}" destId="{D32AE2BC-FABB-4075-B9CD-A99441FAAB92}" srcOrd="0" destOrd="0" presId="urn:microsoft.com/office/officeart/2005/8/layout/orgChart1"/>
    <dgm:cxn modelId="{4D848EE0-C499-4FA1-B3E1-A8BDB2D2DA71}" type="presParOf" srcId="{D32AE2BC-FABB-4075-B9CD-A99441FAAB92}" destId="{CB017756-1B4A-4878-AF2E-633DC5C07473}" srcOrd="0" destOrd="0" presId="urn:microsoft.com/office/officeart/2005/8/layout/orgChart1"/>
    <dgm:cxn modelId="{5D0CDE34-BA82-4369-B7D2-5C58BDDB1DCB}" type="presParOf" srcId="{D32AE2BC-FABB-4075-B9CD-A99441FAAB92}" destId="{59BB1EBD-D40E-4D07-B1BB-5255ED34A668}" srcOrd="1" destOrd="0" presId="urn:microsoft.com/office/officeart/2005/8/layout/orgChart1"/>
    <dgm:cxn modelId="{857C5AD1-EA27-4C1B-BC1C-60710AD61696}" type="presParOf" srcId="{774DC957-FFAD-4BE7-94FA-FE556EDC47D1}" destId="{088D5D91-1DE9-4CC1-BAF8-D438C7930EC2}" srcOrd="1" destOrd="0" presId="urn:microsoft.com/office/officeart/2005/8/layout/orgChart1"/>
    <dgm:cxn modelId="{357B010D-4044-4AE1-AC62-62EDAC3B90E7}" type="presParOf" srcId="{774DC957-FFAD-4BE7-94FA-FE556EDC47D1}" destId="{9DEEF97E-8DF2-4332-9A8C-09A863FFC832}" srcOrd="2" destOrd="0" presId="urn:microsoft.com/office/officeart/2005/8/layout/orgChart1"/>
    <dgm:cxn modelId="{982287C5-FCBE-458C-AF63-2D41521ED5DD}" type="presParOf" srcId="{BCB8B010-BEC2-4167-9B2B-6ED1963797D6}" destId="{179DA8C0-CC53-4741-9A13-440776960094}" srcOrd="2" destOrd="0" presId="urn:microsoft.com/office/officeart/2005/8/layout/orgChart1"/>
    <dgm:cxn modelId="{8D737FF5-6029-4AC8-9457-7DCA56668AA7}" type="presParOf" srcId="{DC9D9E0A-7B30-441A-80D0-01D323D6840E}" destId="{C10B08D9-BF60-460B-AD05-69E478B402B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2FB86C8-6B44-42B7-9507-CC4C536C26E9}" type="doc">
      <dgm:prSet loTypeId="urn:microsoft.com/office/officeart/2005/8/layout/orgChart1" loCatId="hierarchy" qsTypeId="urn:microsoft.com/office/officeart/2005/8/quickstyle/simple1" qsCatId="simple" csTypeId="urn:microsoft.com/office/officeart/2005/8/colors/colorful4" csCatId="colorful" phldr="1"/>
      <dgm:spPr/>
      <dgm:t>
        <a:bodyPr/>
        <a:lstStyle/>
        <a:p>
          <a:endParaRPr lang="es-ES"/>
        </a:p>
      </dgm:t>
    </dgm:pt>
    <dgm:pt modelId="{CFD3932A-F7EC-4ABD-89CA-1FC6AA93FD9B}">
      <dgm:prSet phldrT="[Texto]" custT="1"/>
      <dgm:spPr/>
      <dgm:t>
        <a:bodyPr/>
        <a:lstStyle/>
        <a:p>
          <a:r>
            <a:rPr lang="es-ES" sz="1800" dirty="0" smtClean="0"/>
            <a:t>Proyecto de mejora de la comunicación intercultural en la UCM</a:t>
          </a:r>
          <a:endParaRPr lang="es-ES" sz="1800" dirty="0"/>
        </a:p>
      </dgm:t>
    </dgm:pt>
    <dgm:pt modelId="{9A7931F8-22A2-49FD-B415-56A819AE2BC7}" type="parTrans" cxnId="{8EB092A7-E61D-461E-BB5A-84B8F88B9CDC}">
      <dgm:prSet/>
      <dgm:spPr/>
      <dgm:t>
        <a:bodyPr/>
        <a:lstStyle/>
        <a:p>
          <a:endParaRPr lang="es-ES"/>
        </a:p>
      </dgm:t>
    </dgm:pt>
    <dgm:pt modelId="{90FBD2F4-255F-4884-B65F-A2DFEA3A53BC}" type="sibTrans" cxnId="{8EB092A7-E61D-461E-BB5A-84B8F88B9CDC}">
      <dgm:prSet/>
      <dgm:spPr/>
      <dgm:t>
        <a:bodyPr/>
        <a:lstStyle/>
        <a:p>
          <a:endParaRPr lang="es-ES"/>
        </a:p>
      </dgm:t>
    </dgm:pt>
    <dgm:pt modelId="{CF8028CA-2195-4763-8F6B-6DFDE557CE80}">
      <dgm:prSet phldrT="[Texto]" custT="1"/>
      <dgm:spPr/>
      <dgm:t>
        <a:bodyPr/>
        <a:lstStyle/>
        <a:p>
          <a:r>
            <a:rPr lang="es-ES" sz="1200" dirty="0" smtClean="0"/>
            <a:t>Programa de </a:t>
          </a:r>
          <a:r>
            <a:rPr lang="es-ES" sz="1200" dirty="0" err="1" smtClean="0"/>
            <a:t>mentoring</a:t>
          </a:r>
          <a:r>
            <a:rPr lang="es-ES" sz="1200" dirty="0" smtClean="0"/>
            <a:t>, con alumnos voluntarios.</a:t>
          </a:r>
          <a:endParaRPr lang="es-ES" sz="1200" dirty="0"/>
        </a:p>
      </dgm:t>
    </dgm:pt>
    <dgm:pt modelId="{88DC3B29-6B52-4AF4-95FE-82D70E12DF8E}" type="parTrans" cxnId="{352478AA-60F0-4191-92F5-D51C15C70149}">
      <dgm:prSet/>
      <dgm:spPr/>
      <dgm:t>
        <a:bodyPr/>
        <a:lstStyle/>
        <a:p>
          <a:endParaRPr lang="es-ES"/>
        </a:p>
      </dgm:t>
    </dgm:pt>
    <dgm:pt modelId="{C781CFBE-753A-40BB-A440-BF3DF399F0CF}" type="sibTrans" cxnId="{352478AA-60F0-4191-92F5-D51C15C70149}">
      <dgm:prSet/>
      <dgm:spPr/>
      <dgm:t>
        <a:bodyPr/>
        <a:lstStyle/>
        <a:p>
          <a:endParaRPr lang="es-ES"/>
        </a:p>
      </dgm:t>
    </dgm:pt>
    <dgm:pt modelId="{21241C85-8B28-4212-912F-8ADE1BDA3062}">
      <dgm:prSet phldrT="[Texto]" custT="1"/>
      <dgm:spPr/>
      <dgm:t>
        <a:bodyPr/>
        <a:lstStyle/>
        <a:p>
          <a:r>
            <a:rPr lang="es-ES" sz="1200" dirty="0" smtClean="0"/>
            <a:t>Fiestas y eventos interculturales</a:t>
          </a:r>
          <a:endParaRPr lang="es-ES" sz="1200" dirty="0"/>
        </a:p>
      </dgm:t>
    </dgm:pt>
    <dgm:pt modelId="{DD9357F0-F3B8-48DB-AA19-D134F1BFFB49}" type="parTrans" cxnId="{94B3EB84-9C0B-4454-A0C8-00C61FEEBBD7}">
      <dgm:prSet/>
      <dgm:spPr/>
      <dgm:t>
        <a:bodyPr/>
        <a:lstStyle/>
        <a:p>
          <a:endParaRPr lang="es-ES"/>
        </a:p>
      </dgm:t>
    </dgm:pt>
    <dgm:pt modelId="{0411F8ED-C5A7-4DF3-8394-2BB783E18F6C}" type="sibTrans" cxnId="{94B3EB84-9C0B-4454-A0C8-00C61FEEBBD7}">
      <dgm:prSet/>
      <dgm:spPr/>
      <dgm:t>
        <a:bodyPr/>
        <a:lstStyle/>
        <a:p>
          <a:endParaRPr lang="es-ES"/>
        </a:p>
      </dgm:t>
    </dgm:pt>
    <dgm:pt modelId="{4DD77933-0C48-4096-BCB2-5A1F43BF5040}">
      <dgm:prSet phldrT="[Texto]"/>
      <dgm:spPr/>
      <dgm:t>
        <a:bodyPr/>
        <a:lstStyle/>
        <a:p>
          <a:r>
            <a:rPr lang="es-ES" dirty="0" smtClean="0"/>
            <a:t>Por nacionalidades / culturas, los alumnos explican sus diferencias culturales, bajo el eje común de la comida y costumbres</a:t>
          </a:r>
          <a:endParaRPr lang="es-ES" dirty="0"/>
        </a:p>
      </dgm:t>
    </dgm:pt>
    <dgm:pt modelId="{E94E1B42-D817-4959-9A28-AE27C9EE2736}" type="parTrans" cxnId="{AAE39E9C-8D49-441D-AFED-A671A288AD1D}">
      <dgm:prSet/>
      <dgm:spPr/>
      <dgm:t>
        <a:bodyPr/>
        <a:lstStyle/>
        <a:p>
          <a:endParaRPr lang="es-ES"/>
        </a:p>
      </dgm:t>
    </dgm:pt>
    <dgm:pt modelId="{0B4931AB-4753-47F3-87B5-0D4669788FCF}" type="sibTrans" cxnId="{AAE39E9C-8D49-441D-AFED-A671A288AD1D}">
      <dgm:prSet/>
      <dgm:spPr/>
      <dgm:t>
        <a:bodyPr/>
        <a:lstStyle/>
        <a:p>
          <a:endParaRPr lang="es-ES"/>
        </a:p>
      </dgm:t>
    </dgm:pt>
    <dgm:pt modelId="{C863BE93-20B0-480A-B8C7-B76761F6C8F5}">
      <dgm:prSet phldrT="[Texto]"/>
      <dgm:spPr/>
      <dgm:t>
        <a:bodyPr/>
        <a:lstStyle/>
        <a:p>
          <a:r>
            <a:rPr lang="es-ES" dirty="0" smtClean="0"/>
            <a:t>Concursos tipo trivial de conocimiento intercultural (que se puede vincular al programa de </a:t>
          </a:r>
          <a:r>
            <a:rPr lang="es-ES" dirty="0" err="1" smtClean="0"/>
            <a:t>mentoring</a:t>
          </a:r>
          <a:r>
            <a:rPr lang="es-ES" dirty="0" smtClean="0"/>
            <a:t>)</a:t>
          </a:r>
          <a:endParaRPr lang="es-ES" dirty="0"/>
        </a:p>
      </dgm:t>
    </dgm:pt>
    <dgm:pt modelId="{8F41D231-A83E-4E03-9620-B6DF6D4EC4ED}" type="parTrans" cxnId="{3499CFD3-D1CB-406A-BB6E-2C0B23AF169E}">
      <dgm:prSet/>
      <dgm:spPr/>
      <dgm:t>
        <a:bodyPr/>
        <a:lstStyle/>
        <a:p>
          <a:endParaRPr lang="es-ES"/>
        </a:p>
      </dgm:t>
    </dgm:pt>
    <dgm:pt modelId="{0E5EE59E-7DA1-4BD1-B6EC-8D5A12FD93C2}" type="sibTrans" cxnId="{3499CFD3-D1CB-406A-BB6E-2C0B23AF169E}">
      <dgm:prSet/>
      <dgm:spPr/>
      <dgm:t>
        <a:bodyPr/>
        <a:lstStyle/>
        <a:p>
          <a:endParaRPr lang="es-ES"/>
        </a:p>
      </dgm:t>
    </dgm:pt>
    <dgm:pt modelId="{97DE1B7E-693C-4607-B1E3-FABBE584D74C}">
      <dgm:prSet phldrT="[Texto]" custT="1"/>
      <dgm:spPr/>
      <dgm:t>
        <a:bodyPr/>
        <a:lstStyle/>
        <a:p>
          <a:r>
            <a:rPr lang="es-ES" sz="1200" dirty="0" smtClean="0"/>
            <a:t>Guía de buenas prácticas</a:t>
          </a:r>
          <a:endParaRPr lang="es-ES" sz="1200" dirty="0"/>
        </a:p>
      </dgm:t>
    </dgm:pt>
    <dgm:pt modelId="{5C8F6D3E-99C3-4D65-B0A1-7992C17BF1F3}" type="parTrans" cxnId="{9E5A881F-C492-4550-8FC0-ADE59745EAE1}">
      <dgm:prSet/>
      <dgm:spPr/>
      <dgm:t>
        <a:bodyPr/>
        <a:lstStyle/>
        <a:p>
          <a:endParaRPr lang="es-ES"/>
        </a:p>
      </dgm:t>
    </dgm:pt>
    <dgm:pt modelId="{9C800A19-DED6-4E87-8F7F-FA6C1325DEBD}" type="sibTrans" cxnId="{9E5A881F-C492-4550-8FC0-ADE59745EAE1}">
      <dgm:prSet/>
      <dgm:spPr/>
      <dgm:t>
        <a:bodyPr/>
        <a:lstStyle/>
        <a:p>
          <a:endParaRPr lang="es-ES"/>
        </a:p>
      </dgm:t>
    </dgm:pt>
    <dgm:pt modelId="{CD8213F7-4AC9-47A3-B527-46457BC504EF}">
      <dgm:prSet phldrT="[Texto]"/>
      <dgm:spPr/>
      <dgm:t>
        <a:bodyPr/>
        <a:lstStyle/>
        <a:p>
          <a:r>
            <a:rPr lang="es-ES" dirty="0" smtClean="0"/>
            <a:t>Guía con recomendaciones para todos los colectivos involucrados (profesores, alumnos españoles y extranjeros, otro personal…)</a:t>
          </a:r>
        </a:p>
      </dgm:t>
    </dgm:pt>
    <dgm:pt modelId="{16920603-DE40-43FD-93EA-208272DCE354}" type="parTrans" cxnId="{275CF5CF-9BB9-459C-987F-C73AF6FFC32E}">
      <dgm:prSet/>
      <dgm:spPr/>
      <dgm:t>
        <a:bodyPr/>
        <a:lstStyle/>
        <a:p>
          <a:endParaRPr lang="es-ES"/>
        </a:p>
      </dgm:t>
    </dgm:pt>
    <dgm:pt modelId="{9B105E51-FC0B-4D04-B21B-D59504CA75BC}" type="sibTrans" cxnId="{275CF5CF-9BB9-459C-987F-C73AF6FFC32E}">
      <dgm:prSet/>
      <dgm:spPr/>
      <dgm:t>
        <a:bodyPr/>
        <a:lstStyle/>
        <a:p>
          <a:endParaRPr lang="es-ES"/>
        </a:p>
      </dgm:t>
    </dgm:pt>
    <dgm:pt modelId="{2EBD3D64-B915-4913-B00E-4F60F8A96B3D}">
      <dgm:prSet phldrT="[Texto]"/>
      <dgm:spPr/>
      <dgm:t>
        <a:bodyPr/>
        <a:lstStyle/>
        <a:p>
          <a:r>
            <a:rPr lang="es-ES" dirty="0" smtClean="0"/>
            <a:t>Intercambio cultural y lingüístico en </a:t>
          </a:r>
          <a:r>
            <a:rPr lang="es-ES" dirty="0" err="1" smtClean="0"/>
            <a:t>duos</a:t>
          </a:r>
          <a:r>
            <a:rPr lang="es-ES" dirty="0" smtClean="0"/>
            <a:t> o grupos pequeños</a:t>
          </a:r>
          <a:endParaRPr lang="es-ES" dirty="0"/>
        </a:p>
      </dgm:t>
    </dgm:pt>
    <dgm:pt modelId="{E477609D-FDCC-4DD2-82C0-CB60A68E401A}" type="parTrans" cxnId="{228EB6E2-21CC-4AAA-BC32-55B01A43AD9F}">
      <dgm:prSet/>
      <dgm:spPr/>
      <dgm:t>
        <a:bodyPr/>
        <a:lstStyle/>
        <a:p>
          <a:endParaRPr lang="es-ES"/>
        </a:p>
      </dgm:t>
    </dgm:pt>
    <dgm:pt modelId="{1C928AE5-96A7-4BD8-8CE5-C5B592CE676A}" type="sibTrans" cxnId="{228EB6E2-21CC-4AAA-BC32-55B01A43AD9F}">
      <dgm:prSet/>
      <dgm:spPr/>
      <dgm:t>
        <a:bodyPr/>
        <a:lstStyle/>
        <a:p>
          <a:endParaRPr lang="es-ES"/>
        </a:p>
      </dgm:t>
    </dgm:pt>
    <dgm:pt modelId="{224CC8B8-D485-484D-9980-10D5D268916A}">
      <dgm:prSet/>
      <dgm:spPr/>
      <dgm:t>
        <a:bodyPr/>
        <a:lstStyle/>
        <a:p>
          <a:r>
            <a:rPr lang="es-ES" dirty="0" smtClean="0"/>
            <a:t>Acciones de sensibilización de la comunidad universitaria</a:t>
          </a:r>
          <a:endParaRPr lang="es-ES" dirty="0"/>
        </a:p>
      </dgm:t>
    </dgm:pt>
    <dgm:pt modelId="{B907F17F-72C9-4B7F-8A08-120F6B8B75F6}" type="parTrans" cxnId="{B017836D-142D-4479-AD83-BB37201BBED9}">
      <dgm:prSet/>
      <dgm:spPr/>
      <dgm:t>
        <a:bodyPr/>
        <a:lstStyle/>
        <a:p>
          <a:endParaRPr lang="es-ES"/>
        </a:p>
      </dgm:t>
    </dgm:pt>
    <dgm:pt modelId="{E3432AB9-5F7E-486E-8EB0-905B62DE096C}" type="sibTrans" cxnId="{B017836D-142D-4479-AD83-BB37201BBED9}">
      <dgm:prSet/>
      <dgm:spPr/>
      <dgm:t>
        <a:bodyPr/>
        <a:lstStyle/>
        <a:p>
          <a:endParaRPr lang="es-ES"/>
        </a:p>
      </dgm:t>
    </dgm:pt>
    <dgm:pt modelId="{E500B84F-5E82-4B53-945A-8AE526F52092}" type="pres">
      <dgm:prSet presAssocID="{D2FB86C8-6B44-42B7-9507-CC4C536C26E9}" presName="hierChild1" presStyleCnt="0">
        <dgm:presLayoutVars>
          <dgm:orgChart val="1"/>
          <dgm:chPref val="1"/>
          <dgm:dir/>
          <dgm:animOne val="branch"/>
          <dgm:animLvl val="lvl"/>
          <dgm:resizeHandles/>
        </dgm:presLayoutVars>
      </dgm:prSet>
      <dgm:spPr/>
      <dgm:t>
        <a:bodyPr/>
        <a:lstStyle/>
        <a:p>
          <a:endParaRPr lang="es-ES"/>
        </a:p>
      </dgm:t>
    </dgm:pt>
    <dgm:pt modelId="{DC9D9E0A-7B30-441A-80D0-01D323D6840E}" type="pres">
      <dgm:prSet presAssocID="{CFD3932A-F7EC-4ABD-89CA-1FC6AA93FD9B}" presName="hierRoot1" presStyleCnt="0">
        <dgm:presLayoutVars>
          <dgm:hierBranch val="init"/>
        </dgm:presLayoutVars>
      </dgm:prSet>
      <dgm:spPr/>
      <dgm:t>
        <a:bodyPr/>
        <a:lstStyle/>
        <a:p>
          <a:endParaRPr lang="es-ES"/>
        </a:p>
      </dgm:t>
    </dgm:pt>
    <dgm:pt modelId="{17F80941-54F6-4EE8-BD52-C7BC4DDF80F8}" type="pres">
      <dgm:prSet presAssocID="{CFD3932A-F7EC-4ABD-89CA-1FC6AA93FD9B}" presName="rootComposite1" presStyleCnt="0"/>
      <dgm:spPr/>
      <dgm:t>
        <a:bodyPr/>
        <a:lstStyle/>
        <a:p>
          <a:endParaRPr lang="es-ES"/>
        </a:p>
      </dgm:t>
    </dgm:pt>
    <dgm:pt modelId="{34520804-3251-4599-9E95-7A53F6F3C2C1}" type="pres">
      <dgm:prSet presAssocID="{CFD3932A-F7EC-4ABD-89CA-1FC6AA93FD9B}" presName="rootText1" presStyleLbl="node0" presStyleIdx="0" presStyleCnt="1" custScaleX="368043">
        <dgm:presLayoutVars>
          <dgm:chPref val="3"/>
        </dgm:presLayoutVars>
      </dgm:prSet>
      <dgm:spPr/>
      <dgm:t>
        <a:bodyPr/>
        <a:lstStyle/>
        <a:p>
          <a:endParaRPr lang="es-ES"/>
        </a:p>
      </dgm:t>
    </dgm:pt>
    <dgm:pt modelId="{ECD58994-6C08-4C9C-9427-100E48C07034}" type="pres">
      <dgm:prSet presAssocID="{CFD3932A-F7EC-4ABD-89CA-1FC6AA93FD9B}" presName="rootConnector1" presStyleLbl="node1" presStyleIdx="0" presStyleCnt="0"/>
      <dgm:spPr/>
      <dgm:t>
        <a:bodyPr/>
        <a:lstStyle/>
        <a:p>
          <a:endParaRPr lang="es-ES"/>
        </a:p>
      </dgm:t>
    </dgm:pt>
    <dgm:pt modelId="{0FAAE27E-C5E0-49D6-88CE-6056A04408F3}" type="pres">
      <dgm:prSet presAssocID="{CFD3932A-F7EC-4ABD-89CA-1FC6AA93FD9B}" presName="hierChild2" presStyleCnt="0"/>
      <dgm:spPr/>
      <dgm:t>
        <a:bodyPr/>
        <a:lstStyle/>
        <a:p>
          <a:endParaRPr lang="es-ES"/>
        </a:p>
      </dgm:t>
    </dgm:pt>
    <dgm:pt modelId="{DAAD74AD-0894-42E3-8A24-85020E5B8D88}" type="pres">
      <dgm:prSet presAssocID="{88DC3B29-6B52-4AF4-95FE-82D70E12DF8E}" presName="Name37" presStyleLbl="parChTrans1D2" presStyleIdx="0" presStyleCnt="3"/>
      <dgm:spPr/>
      <dgm:t>
        <a:bodyPr/>
        <a:lstStyle/>
        <a:p>
          <a:endParaRPr lang="es-ES"/>
        </a:p>
      </dgm:t>
    </dgm:pt>
    <dgm:pt modelId="{43AA16F3-7756-477D-A3F3-DDBEE6E1EC53}" type="pres">
      <dgm:prSet presAssocID="{CF8028CA-2195-4763-8F6B-6DFDE557CE80}" presName="hierRoot2" presStyleCnt="0">
        <dgm:presLayoutVars>
          <dgm:hierBranch val="init"/>
        </dgm:presLayoutVars>
      </dgm:prSet>
      <dgm:spPr/>
      <dgm:t>
        <a:bodyPr/>
        <a:lstStyle/>
        <a:p>
          <a:endParaRPr lang="es-ES"/>
        </a:p>
      </dgm:t>
    </dgm:pt>
    <dgm:pt modelId="{1F918B1E-C9AC-4013-ADC3-243717701AE8}" type="pres">
      <dgm:prSet presAssocID="{CF8028CA-2195-4763-8F6B-6DFDE557CE80}" presName="rootComposite" presStyleCnt="0"/>
      <dgm:spPr/>
      <dgm:t>
        <a:bodyPr/>
        <a:lstStyle/>
        <a:p>
          <a:endParaRPr lang="es-ES"/>
        </a:p>
      </dgm:t>
    </dgm:pt>
    <dgm:pt modelId="{9D43E297-DF9E-4250-897E-6A93A25E6FAC}" type="pres">
      <dgm:prSet presAssocID="{CF8028CA-2195-4763-8F6B-6DFDE557CE80}" presName="rootText" presStyleLbl="node2" presStyleIdx="0" presStyleCnt="3" custScaleX="184900">
        <dgm:presLayoutVars>
          <dgm:chPref val="3"/>
        </dgm:presLayoutVars>
      </dgm:prSet>
      <dgm:spPr/>
      <dgm:t>
        <a:bodyPr/>
        <a:lstStyle/>
        <a:p>
          <a:endParaRPr lang="es-ES"/>
        </a:p>
      </dgm:t>
    </dgm:pt>
    <dgm:pt modelId="{024854B0-1B0C-4719-914E-4BE150C95BBC}" type="pres">
      <dgm:prSet presAssocID="{CF8028CA-2195-4763-8F6B-6DFDE557CE80}" presName="rootConnector" presStyleLbl="node2" presStyleIdx="0" presStyleCnt="3"/>
      <dgm:spPr/>
      <dgm:t>
        <a:bodyPr/>
        <a:lstStyle/>
        <a:p>
          <a:endParaRPr lang="es-ES"/>
        </a:p>
      </dgm:t>
    </dgm:pt>
    <dgm:pt modelId="{B50D22BD-8C56-4859-A4C9-B8728FB97153}" type="pres">
      <dgm:prSet presAssocID="{CF8028CA-2195-4763-8F6B-6DFDE557CE80}" presName="hierChild4" presStyleCnt="0"/>
      <dgm:spPr/>
      <dgm:t>
        <a:bodyPr/>
        <a:lstStyle/>
        <a:p>
          <a:endParaRPr lang="es-ES"/>
        </a:p>
      </dgm:t>
    </dgm:pt>
    <dgm:pt modelId="{7F395731-FC67-4DCF-B085-7DEFCB4F2049}" type="pres">
      <dgm:prSet presAssocID="{E477609D-FDCC-4DD2-82C0-CB60A68E401A}" presName="Name37" presStyleLbl="parChTrans1D3" presStyleIdx="0" presStyleCnt="5"/>
      <dgm:spPr/>
      <dgm:t>
        <a:bodyPr/>
        <a:lstStyle/>
        <a:p>
          <a:endParaRPr lang="es-ES"/>
        </a:p>
      </dgm:t>
    </dgm:pt>
    <dgm:pt modelId="{469F9D5B-D8B0-4353-8595-747A01714443}" type="pres">
      <dgm:prSet presAssocID="{2EBD3D64-B915-4913-B00E-4F60F8A96B3D}" presName="hierRoot2" presStyleCnt="0">
        <dgm:presLayoutVars>
          <dgm:hierBranch val="init"/>
        </dgm:presLayoutVars>
      </dgm:prSet>
      <dgm:spPr/>
      <dgm:t>
        <a:bodyPr/>
        <a:lstStyle/>
        <a:p>
          <a:endParaRPr lang="es-ES"/>
        </a:p>
      </dgm:t>
    </dgm:pt>
    <dgm:pt modelId="{2CC056F8-66C1-4CB2-A185-B2D70A211ED9}" type="pres">
      <dgm:prSet presAssocID="{2EBD3D64-B915-4913-B00E-4F60F8A96B3D}" presName="rootComposite" presStyleCnt="0"/>
      <dgm:spPr/>
      <dgm:t>
        <a:bodyPr/>
        <a:lstStyle/>
        <a:p>
          <a:endParaRPr lang="es-ES"/>
        </a:p>
      </dgm:t>
    </dgm:pt>
    <dgm:pt modelId="{5F6C78CD-C554-44E5-B42A-D0002E3425D6}" type="pres">
      <dgm:prSet presAssocID="{2EBD3D64-B915-4913-B00E-4F60F8A96B3D}" presName="rootText" presStyleLbl="node3" presStyleIdx="0" presStyleCnt="5" custScaleX="133811">
        <dgm:presLayoutVars>
          <dgm:chPref val="3"/>
        </dgm:presLayoutVars>
      </dgm:prSet>
      <dgm:spPr/>
      <dgm:t>
        <a:bodyPr/>
        <a:lstStyle/>
        <a:p>
          <a:endParaRPr lang="es-ES"/>
        </a:p>
      </dgm:t>
    </dgm:pt>
    <dgm:pt modelId="{3CACF5AF-4F55-434E-ABBF-8F5C916486D0}" type="pres">
      <dgm:prSet presAssocID="{2EBD3D64-B915-4913-B00E-4F60F8A96B3D}" presName="rootConnector" presStyleLbl="node3" presStyleIdx="0" presStyleCnt="5"/>
      <dgm:spPr/>
      <dgm:t>
        <a:bodyPr/>
        <a:lstStyle/>
        <a:p>
          <a:endParaRPr lang="es-ES"/>
        </a:p>
      </dgm:t>
    </dgm:pt>
    <dgm:pt modelId="{96607888-E98D-4C9B-AF32-474FBF7DD886}" type="pres">
      <dgm:prSet presAssocID="{2EBD3D64-B915-4913-B00E-4F60F8A96B3D}" presName="hierChild4" presStyleCnt="0"/>
      <dgm:spPr/>
      <dgm:t>
        <a:bodyPr/>
        <a:lstStyle/>
        <a:p>
          <a:endParaRPr lang="es-ES"/>
        </a:p>
      </dgm:t>
    </dgm:pt>
    <dgm:pt modelId="{A4FCCF19-B392-43CC-B6C6-67DCA509C206}" type="pres">
      <dgm:prSet presAssocID="{2EBD3D64-B915-4913-B00E-4F60F8A96B3D}" presName="hierChild5" presStyleCnt="0"/>
      <dgm:spPr/>
      <dgm:t>
        <a:bodyPr/>
        <a:lstStyle/>
        <a:p>
          <a:endParaRPr lang="es-ES"/>
        </a:p>
      </dgm:t>
    </dgm:pt>
    <dgm:pt modelId="{EF824B7E-5033-4576-AF8E-B429D613550D}" type="pres">
      <dgm:prSet presAssocID="{CF8028CA-2195-4763-8F6B-6DFDE557CE80}" presName="hierChild5" presStyleCnt="0"/>
      <dgm:spPr/>
      <dgm:t>
        <a:bodyPr/>
        <a:lstStyle/>
        <a:p>
          <a:endParaRPr lang="es-ES"/>
        </a:p>
      </dgm:t>
    </dgm:pt>
    <dgm:pt modelId="{38D8E4EB-7D0F-4549-8F63-6FED5450D6B3}" type="pres">
      <dgm:prSet presAssocID="{DD9357F0-F3B8-48DB-AA19-D134F1BFFB49}" presName="Name37" presStyleLbl="parChTrans1D2" presStyleIdx="1" presStyleCnt="3"/>
      <dgm:spPr/>
      <dgm:t>
        <a:bodyPr/>
        <a:lstStyle/>
        <a:p>
          <a:endParaRPr lang="es-ES"/>
        </a:p>
      </dgm:t>
    </dgm:pt>
    <dgm:pt modelId="{42A31DD7-117D-4096-8885-0DDE68D8EA14}" type="pres">
      <dgm:prSet presAssocID="{21241C85-8B28-4212-912F-8ADE1BDA3062}" presName="hierRoot2" presStyleCnt="0">
        <dgm:presLayoutVars>
          <dgm:hierBranch val="init"/>
        </dgm:presLayoutVars>
      </dgm:prSet>
      <dgm:spPr/>
      <dgm:t>
        <a:bodyPr/>
        <a:lstStyle/>
        <a:p>
          <a:endParaRPr lang="es-ES"/>
        </a:p>
      </dgm:t>
    </dgm:pt>
    <dgm:pt modelId="{5824CF10-EFE0-491F-828A-E79A87160FEC}" type="pres">
      <dgm:prSet presAssocID="{21241C85-8B28-4212-912F-8ADE1BDA3062}" presName="rootComposite" presStyleCnt="0"/>
      <dgm:spPr/>
      <dgm:t>
        <a:bodyPr/>
        <a:lstStyle/>
        <a:p>
          <a:endParaRPr lang="es-ES"/>
        </a:p>
      </dgm:t>
    </dgm:pt>
    <dgm:pt modelId="{808432FC-A38E-4738-A6AA-A8B559A6C594}" type="pres">
      <dgm:prSet presAssocID="{21241C85-8B28-4212-912F-8ADE1BDA3062}" presName="rootText" presStyleLbl="node2" presStyleIdx="1" presStyleCnt="3" custScaleX="184900">
        <dgm:presLayoutVars>
          <dgm:chPref val="3"/>
        </dgm:presLayoutVars>
      </dgm:prSet>
      <dgm:spPr/>
      <dgm:t>
        <a:bodyPr/>
        <a:lstStyle/>
        <a:p>
          <a:endParaRPr lang="es-ES"/>
        </a:p>
      </dgm:t>
    </dgm:pt>
    <dgm:pt modelId="{7740E838-E680-46FB-A641-360BAF22742A}" type="pres">
      <dgm:prSet presAssocID="{21241C85-8B28-4212-912F-8ADE1BDA3062}" presName="rootConnector" presStyleLbl="node2" presStyleIdx="1" presStyleCnt="3"/>
      <dgm:spPr/>
      <dgm:t>
        <a:bodyPr/>
        <a:lstStyle/>
        <a:p>
          <a:endParaRPr lang="es-ES"/>
        </a:p>
      </dgm:t>
    </dgm:pt>
    <dgm:pt modelId="{2768BFE3-CC15-4174-848F-4E495BCE1FF4}" type="pres">
      <dgm:prSet presAssocID="{21241C85-8B28-4212-912F-8ADE1BDA3062}" presName="hierChild4" presStyleCnt="0"/>
      <dgm:spPr/>
      <dgm:t>
        <a:bodyPr/>
        <a:lstStyle/>
        <a:p>
          <a:endParaRPr lang="es-ES"/>
        </a:p>
      </dgm:t>
    </dgm:pt>
    <dgm:pt modelId="{DFCF46BB-9AC6-4392-A5A5-DA6766DB548D}" type="pres">
      <dgm:prSet presAssocID="{E94E1B42-D817-4959-9A28-AE27C9EE2736}" presName="Name37" presStyleLbl="parChTrans1D3" presStyleIdx="1" presStyleCnt="5"/>
      <dgm:spPr/>
      <dgm:t>
        <a:bodyPr/>
        <a:lstStyle/>
        <a:p>
          <a:endParaRPr lang="es-ES"/>
        </a:p>
      </dgm:t>
    </dgm:pt>
    <dgm:pt modelId="{6C947F42-74B4-4103-9215-274252A613D2}" type="pres">
      <dgm:prSet presAssocID="{4DD77933-0C48-4096-BCB2-5A1F43BF5040}" presName="hierRoot2" presStyleCnt="0">
        <dgm:presLayoutVars>
          <dgm:hierBranch val="init"/>
        </dgm:presLayoutVars>
      </dgm:prSet>
      <dgm:spPr/>
      <dgm:t>
        <a:bodyPr/>
        <a:lstStyle/>
        <a:p>
          <a:endParaRPr lang="es-ES"/>
        </a:p>
      </dgm:t>
    </dgm:pt>
    <dgm:pt modelId="{EBD3B32D-3211-4B6F-9368-A22497A455E5}" type="pres">
      <dgm:prSet presAssocID="{4DD77933-0C48-4096-BCB2-5A1F43BF5040}" presName="rootComposite" presStyleCnt="0"/>
      <dgm:spPr/>
      <dgm:t>
        <a:bodyPr/>
        <a:lstStyle/>
        <a:p>
          <a:endParaRPr lang="es-ES"/>
        </a:p>
      </dgm:t>
    </dgm:pt>
    <dgm:pt modelId="{85E41ED6-0859-4DCA-952C-D1EB1AAD8CA9}" type="pres">
      <dgm:prSet presAssocID="{4DD77933-0C48-4096-BCB2-5A1F43BF5040}" presName="rootText" presStyleLbl="node3" presStyleIdx="1" presStyleCnt="5" custScaleX="133811">
        <dgm:presLayoutVars>
          <dgm:chPref val="3"/>
        </dgm:presLayoutVars>
      </dgm:prSet>
      <dgm:spPr/>
      <dgm:t>
        <a:bodyPr/>
        <a:lstStyle/>
        <a:p>
          <a:endParaRPr lang="es-ES"/>
        </a:p>
      </dgm:t>
    </dgm:pt>
    <dgm:pt modelId="{B040283A-546D-419F-934E-1025EF784593}" type="pres">
      <dgm:prSet presAssocID="{4DD77933-0C48-4096-BCB2-5A1F43BF5040}" presName="rootConnector" presStyleLbl="node3" presStyleIdx="1" presStyleCnt="5"/>
      <dgm:spPr/>
      <dgm:t>
        <a:bodyPr/>
        <a:lstStyle/>
        <a:p>
          <a:endParaRPr lang="es-ES"/>
        </a:p>
      </dgm:t>
    </dgm:pt>
    <dgm:pt modelId="{6DF59E59-CA7D-4D39-9DD9-7B9D4A93F2F8}" type="pres">
      <dgm:prSet presAssocID="{4DD77933-0C48-4096-BCB2-5A1F43BF5040}" presName="hierChild4" presStyleCnt="0"/>
      <dgm:spPr/>
      <dgm:t>
        <a:bodyPr/>
        <a:lstStyle/>
        <a:p>
          <a:endParaRPr lang="es-ES"/>
        </a:p>
      </dgm:t>
    </dgm:pt>
    <dgm:pt modelId="{4BE7FE88-0A5B-49F3-AC6B-3D9F781BCF1F}" type="pres">
      <dgm:prSet presAssocID="{4DD77933-0C48-4096-BCB2-5A1F43BF5040}" presName="hierChild5" presStyleCnt="0"/>
      <dgm:spPr/>
      <dgm:t>
        <a:bodyPr/>
        <a:lstStyle/>
        <a:p>
          <a:endParaRPr lang="es-ES"/>
        </a:p>
      </dgm:t>
    </dgm:pt>
    <dgm:pt modelId="{08AF699A-143C-4105-A626-DCD02FAF2ABF}" type="pres">
      <dgm:prSet presAssocID="{8F41D231-A83E-4E03-9620-B6DF6D4EC4ED}" presName="Name37" presStyleLbl="parChTrans1D3" presStyleIdx="2" presStyleCnt="5"/>
      <dgm:spPr/>
      <dgm:t>
        <a:bodyPr/>
        <a:lstStyle/>
        <a:p>
          <a:endParaRPr lang="es-ES"/>
        </a:p>
      </dgm:t>
    </dgm:pt>
    <dgm:pt modelId="{3E3123F6-6BE5-417B-84C6-334C7260051F}" type="pres">
      <dgm:prSet presAssocID="{C863BE93-20B0-480A-B8C7-B76761F6C8F5}" presName="hierRoot2" presStyleCnt="0">
        <dgm:presLayoutVars>
          <dgm:hierBranch val="init"/>
        </dgm:presLayoutVars>
      </dgm:prSet>
      <dgm:spPr/>
      <dgm:t>
        <a:bodyPr/>
        <a:lstStyle/>
        <a:p>
          <a:endParaRPr lang="es-ES"/>
        </a:p>
      </dgm:t>
    </dgm:pt>
    <dgm:pt modelId="{3991C8F2-4559-4BAD-BBEA-66E36C1CE07A}" type="pres">
      <dgm:prSet presAssocID="{C863BE93-20B0-480A-B8C7-B76761F6C8F5}" presName="rootComposite" presStyleCnt="0"/>
      <dgm:spPr/>
      <dgm:t>
        <a:bodyPr/>
        <a:lstStyle/>
        <a:p>
          <a:endParaRPr lang="es-ES"/>
        </a:p>
      </dgm:t>
    </dgm:pt>
    <dgm:pt modelId="{6D96E52B-E383-432F-AA0E-225DDDB59626}" type="pres">
      <dgm:prSet presAssocID="{C863BE93-20B0-480A-B8C7-B76761F6C8F5}" presName="rootText" presStyleLbl="node3" presStyleIdx="2" presStyleCnt="5" custScaleX="133150">
        <dgm:presLayoutVars>
          <dgm:chPref val="3"/>
        </dgm:presLayoutVars>
      </dgm:prSet>
      <dgm:spPr/>
      <dgm:t>
        <a:bodyPr/>
        <a:lstStyle/>
        <a:p>
          <a:endParaRPr lang="es-ES"/>
        </a:p>
      </dgm:t>
    </dgm:pt>
    <dgm:pt modelId="{55951C23-2C49-4F19-A30E-370BC9675319}" type="pres">
      <dgm:prSet presAssocID="{C863BE93-20B0-480A-B8C7-B76761F6C8F5}" presName="rootConnector" presStyleLbl="node3" presStyleIdx="2" presStyleCnt="5"/>
      <dgm:spPr/>
      <dgm:t>
        <a:bodyPr/>
        <a:lstStyle/>
        <a:p>
          <a:endParaRPr lang="es-ES"/>
        </a:p>
      </dgm:t>
    </dgm:pt>
    <dgm:pt modelId="{906B30A8-9D09-4663-9A7D-E3CB5D04866C}" type="pres">
      <dgm:prSet presAssocID="{C863BE93-20B0-480A-B8C7-B76761F6C8F5}" presName="hierChild4" presStyleCnt="0"/>
      <dgm:spPr/>
      <dgm:t>
        <a:bodyPr/>
        <a:lstStyle/>
        <a:p>
          <a:endParaRPr lang="es-ES"/>
        </a:p>
      </dgm:t>
    </dgm:pt>
    <dgm:pt modelId="{AF744386-8A4B-4E7F-A4F6-4D8FE4DBA8B7}" type="pres">
      <dgm:prSet presAssocID="{C863BE93-20B0-480A-B8C7-B76761F6C8F5}" presName="hierChild5" presStyleCnt="0"/>
      <dgm:spPr/>
      <dgm:t>
        <a:bodyPr/>
        <a:lstStyle/>
        <a:p>
          <a:endParaRPr lang="es-ES"/>
        </a:p>
      </dgm:t>
    </dgm:pt>
    <dgm:pt modelId="{2CFDCB58-34D3-4EF2-9BF0-871B3AC81094}" type="pres">
      <dgm:prSet presAssocID="{21241C85-8B28-4212-912F-8ADE1BDA3062}" presName="hierChild5" presStyleCnt="0"/>
      <dgm:spPr/>
      <dgm:t>
        <a:bodyPr/>
        <a:lstStyle/>
        <a:p>
          <a:endParaRPr lang="es-ES"/>
        </a:p>
      </dgm:t>
    </dgm:pt>
    <dgm:pt modelId="{937D17AF-D7D6-42FC-BF67-78631B7E2213}" type="pres">
      <dgm:prSet presAssocID="{5C8F6D3E-99C3-4D65-B0A1-7992C17BF1F3}" presName="Name37" presStyleLbl="parChTrans1D2" presStyleIdx="2" presStyleCnt="3"/>
      <dgm:spPr/>
      <dgm:t>
        <a:bodyPr/>
        <a:lstStyle/>
        <a:p>
          <a:endParaRPr lang="es-ES"/>
        </a:p>
      </dgm:t>
    </dgm:pt>
    <dgm:pt modelId="{BCB8B010-BEC2-4167-9B2B-6ED1963797D6}" type="pres">
      <dgm:prSet presAssocID="{97DE1B7E-693C-4607-B1E3-FABBE584D74C}" presName="hierRoot2" presStyleCnt="0">
        <dgm:presLayoutVars>
          <dgm:hierBranch val="init"/>
        </dgm:presLayoutVars>
      </dgm:prSet>
      <dgm:spPr/>
      <dgm:t>
        <a:bodyPr/>
        <a:lstStyle/>
        <a:p>
          <a:endParaRPr lang="es-ES"/>
        </a:p>
      </dgm:t>
    </dgm:pt>
    <dgm:pt modelId="{302D777A-84C6-4781-A5E8-29F5AFDDAB4E}" type="pres">
      <dgm:prSet presAssocID="{97DE1B7E-693C-4607-B1E3-FABBE584D74C}" presName="rootComposite" presStyleCnt="0"/>
      <dgm:spPr/>
      <dgm:t>
        <a:bodyPr/>
        <a:lstStyle/>
        <a:p>
          <a:endParaRPr lang="es-ES"/>
        </a:p>
      </dgm:t>
    </dgm:pt>
    <dgm:pt modelId="{412FC457-9B4D-4A13-A03A-9B70E3BDDD0C}" type="pres">
      <dgm:prSet presAssocID="{97DE1B7E-693C-4607-B1E3-FABBE584D74C}" presName="rootText" presStyleLbl="node2" presStyleIdx="2" presStyleCnt="3" custScaleX="184900">
        <dgm:presLayoutVars>
          <dgm:chPref val="3"/>
        </dgm:presLayoutVars>
      </dgm:prSet>
      <dgm:spPr/>
      <dgm:t>
        <a:bodyPr/>
        <a:lstStyle/>
        <a:p>
          <a:endParaRPr lang="es-ES"/>
        </a:p>
      </dgm:t>
    </dgm:pt>
    <dgm:pt modelId="{C13BDB14-D9E9-47A6-A3E5-F00BD1D9510B}" type="pres">
      <dgm:prSet presAssocID="{97DE1B7E-693C-4607-B1E3-FABBE584D74C}" presName="rootConnector" presStyleLbl="node2" presStyleIdx="2" presStyleCnt="3"/>
      <dgm:spPr/>
      <dgm:t>
        <a:bodyPr/>
        <a:lstStyle/>
        <a:p>
          <a:endParaRPr lang="es-ES"/>
        </a:p>
      </dgm:t>
    </dgm:pt>
    <dgm:pt modelId="{1A6FEF09-0C4C-4B67-91FA-0A9B93EB7E05}" type="pres">
      <dgm:prSet presAssocID="{97DE1B7E-693C-4607-B1E3-FABBE584D74C}" presName="hierChild4" presStyleCnt="0"/>
      <dgm:spPr/>
      <dgm:t>
        <a:bodyPr/>
        <a:lstStyle/>
        <a:p>
          <a:endParaRPr lang="es-ES"/>
        </a:p>
      </dgm:t>
    </dgm:pt>
    <dgm:pt modelId="{00B17FBF-1208-4676-BAB4-71279C477C1C}" type="pres">
      <dgm:prSet presAssocID="{16920603-DE40-43FD-93EA-208272DCE354}" presName="Name37" presStyleLbl="parChTrans1D3" presStyleIdx="3" presStyleCnt="5"/>
      <dgm:spPr/>
      <dgm:t>
        <a:bodyPr/>
        <a:lstStyle/>
        <a:p>
          <a:endParaRPr lang="es-ES"/>
        </a:p>
      </dgm:t>
    </dgm:pt>
    <dgm:pt modelId="{E13C6F27-331F-4758-97B8-5BEE86311444}" type="pres">
      <dgm:prSet presAssocID="{CD8213F7-4AC9-47A3-B527-46457BC504EF}" presName="hierRoot2" presStyleCnt="0">
        <dgm:presLayoutVars>
          <dgm:hierBranch val="init"/>
        </dgm:presLayoutVars>
      </dgm:prSet>
      <dgm:spPr/>
      <dgm:t>
        <a:bodyPr/>
        <a:lstStyle/>
        <a:p>
          <a:endParaRPr lang="es-ES"/>
        </a:p>
      </dgm:t>
    </dgm:pt>
    <dgm:pt modelId="{A5E18CF6-A969-4CA1-8FC0-84A4ADE0CB7C}" type="pres">
      <dgm:prSet presAssocID="{CD8213F7-4AC9-47A3-B527-46457BC504EF}" presName="rootComposite" presStyleCnt="0"/>
      <dgm:spPr/>
      <dgm:t>
        <a:bodyPr/>
        <a:lstStyle/>
        <a:p>
          <a:endParaRPr lang="es-ES"/>
        </a:p>
      </dgm:t>
    </dgm:pt>
    <dgm:pt modelId="{9D91FC49-EF0D-4678-A44B-0355C79D1D83}" type="pres">
      <dgm:prSet presAssocID="{CD8213F7-4AC9-47A3-B527-46457BC504EF}" presName="rootText" presStyleLbl="node3" presStyleIdx="3" presStyleCnt="5" custScaleX="133811">
        <dgm:presLayoutVars>
          <dgm:chPref val="3"/>
        </dgm:presLayoutVars>
      </dgm:prSet>
      <dgm:spPr/>
      <dgm:t>
        <a:bodyPr/>
        <a:lstStyle/>
        <a:p>
          <a:endParaRPr lang="es-ES"/>
        </a:p>
      </dgm:t>
    </dgm:pt>
    <dgm:pt modelId="{2C448A0E-C5DB-4C11-98A2-404249CE9D1E}" type="pres">
      <dgm:prSet presAssocID="{CD8213F7-4AC9-47A3-B527-46457BC504EF}" presName="rootConnector" presStyleLbl="node3" presStyleIdx="3" presStyleCnt="5"/>
      <dgm:spPr/>
      <dgm:t>
        <a:bodyPr/>
        <a:lstStyle/>
        <a:p>
          <a:endParaRPr lang="es-ES"/>
        </a:p>
      </dgm:t>
    </dgm:pt>
    <dgm:pt modelId="{AF7DF725-513C-43DC-B423-69FC2AE745D9}" type="pres">
      <dgm:prSet presAssocID="{CD8213F7-4AC9-47A3-B527-46457BC504EF}" presName="hierChild4" presStyleCnt="0"/>
      <dgm:spPr/>
      <dgm:t>
        <a:bodyPr/>
        <a:lstStyle/>
        <a:p>
          <a:endParaRPr lang="es-ES"/>
        </a:p>
      </dgm:t>
    </dgm:pt>
    <dgm:pt modelId="{AB86C2D1-7E64-4FF5-9A78-29AC9B6A8B1F}" type="pres">
      <dgm:prSet presAssocID="{CD8213F7-4AC9-47A3-B527-46457BC504EF}" presName="hierChild5" presStyleCnt="0"/>
      <dgm:spPr/>
      <dgm:t>
        <a:bodyPr/>
        <a:lstStyle/>
        <a:p>
          <a:endParaRPr lang="es-ES"/>
        </a:p>
      </dgm:t>
    </dgm:pt>
    <dgm:pt modelId="{0056AD2E-92EC-43BD-9F50-3044ABF529A2}" type="pres">
      <dgm:prSet presAssocID="{B907F17F-72C9-4B7F-8A08-120F6B8B75F6}" presName="Name37" presStyleLbl="parChTrans1D3" presStyleIdx="4" presStyleCnt="5"/>
      <dgm:spPr/>
      <dgm:t>
        <a:bodyPr/>
        <a:lstStyle/>
        <a:p>
          <a:endParaRPr lang="es-ES"/>
        </a:p>
      </dgm:t>
    </dgm:pt>
    <dgm:pt modelId="{774DC957-FFAD-4BE7-94FA-FE556EDC47D1}" type="pres">
      <dgm:prSet presAssocID="{224CC8B8-D485-484D-9980-10D5D268916A}" presName="hierRoot2" presStyleCnt="0">
        <dgm:presLayoutVars>
          <dgm:hierBranch val="init"/>
        </dgm:presLayoutVars>
      </dgm:prSet>
      <dgm:spPr/>
      <dgm:t>
        <a:bodyPr/>
        <a:lstStyle/>
        <a:p>
          <a:endParaRPr lang="es-ES"/>
        </a:p>
      </dgm:t>
    </dgm:pt>
    <dgm:pt modelId="{D32AE2BC-FABB-4075-B9CD-A99441FAAB92}" type="pres">
      <dgm:prSet presAssocID="{224CC8B8-D485-484D-9980-10D5D268916A}" presName="rootComposite" presStyleCnt="0"/>
      <dgm:spPr/>
      <dgm:t>
        <a:bodyPr/>
        <a:lstStyle/>
        <a:p>
          <a:endParaRPr lang="es-ES"/>
        </a:p>
      </dgm:t>
    </dgm:pt>
    <dgm:pt modelId="{CB017756-1B4A-4878-AF2E-633DC5C07473}" type="pres">
      <dgm:prSet presAssocID="{224CC8B8-D485-484D-9980-10D5D268916A}" presName="rootText" presStyleLbl="node3" presStyleIdx="4" presStyleCnt="5" custScaleX="133150">
        <dgm:presLayoutVars>
          <dgm:chPref val="3"/>
        </dgm:presLayoutVars>
      </dgm:prSet>
      <dgm:spPr/>
      <dgm:t>
        <a:bodyPr/>
        <a:lstStyle/>
        <a:p>
          <a:endParaRPr lang="es-ES"/>
        </a:p>
      </dgm:t>
    </dgm:pt>
    <dgm:pt modelId="{59BB1EBD-D40E-4D07-B1BB-5255ED34A668}" type="pres">
      <dgm:prSet presAssocID="{224CC8B8-D485-484D-9980-10D5D268916A}" presName="rootConnector" presStyleLbl="node3" presStyleIdx="4" presStyleCnt="5"/>
      <dgm:spPr/>
      <dgm:t>
        <a:bodyPr/>
        <a:lstStyle/>
        <a:p>
          <a:endParaRPr lang="es-ES"/>
        </a:p>
      </dgm:t>
    </dgm:pt>
    <dgm:pt modelId="{088D5D91-1DE9-4CC1-BAF8-D438C7930EC2}" type="pres">
      <dgm:prSet presAssocID="{224CC8B8-D485-484D-9980-10D5D268916A}" presName="hierChild4" presStyleCnt="0"/>
      <dgm:spPr/>
      <dgm:t>
        <a:bodyPr/>
        <a:lstStyle/>
        <a:p>
          <a:endParaRPr lang="es-ES"/>
        </a:p>
      </dgm:t>
    </dgm:pt>
    <dgm:pt modelId="{9DEEF97E-8DF2-4332-9A8C-09A863FFC832}" type="pres">
      <dgm:prSet presAssocID="{224CC8B8-D485-484D-9980-10D5D268916A}" presName="hierChild5" presStyleCnt="0"/>
      <dgm:spPr/>
      <dgm:t>
        <a:bodyPr/>
        <a:lstStyle/>
        <a:p>
          <a:endParaRPr lang="es-ES"/>
        </a:p>
      </dgm:t>
    </dgm:pt>
    <dgm:pt modelId="{179DA8C0-CC53-4741-9A13-440776960094}" type="pres">
      <dgm:prSet presAssocID="{97DE1B7E-693C-4607-B1E3-FABBE584D74C}" presName="hierChild5" presStyleCnt="0"/>
      <dgm:spPr/>
      <dgm:t>
        <a:bodyPr/>
        <a:lstStyle/>
        <a:p>
          <a:endParaRPr lang="es-ES"/>
        </a:p>
      </dgm:t>
    </dgm:pt>
    <dgm:pt modelId="{C10B08D9-BF60-460B-AD05-69E478B402BF}" type="pres">
      <dgm:prSet presAssocID="{CFD3932A-F7EC-4ABD-89CA-1FC6AA93FD9B}" presName="hierChild3" presStyleCnt="0"/>
      <dgm:spPr/>
      <dgm:t>
        <a:bodyPr/>
        <a:lstStyle/>
        <a:p>
          <a:endParaRPr lang="es-ES"/>
        </a:p>
      </dgm:t>
    </dgm:pt>
  </dgm:ptLst>
  <dgm:cxnLst>
    <dgm:cxn modelId="{6779CF20-0942-40CD-BC28-6279CA6F6095}" type="presOf" srcId="{224CC8B8-D485-484D-9980-10D5D268916A}" destId="{CB017756-1B4A-4878-AF2E-633DC5C07473}" srcOrd="0" destOrd="0" presId="urn:microsoft.com/office/officeart/2005/8/layout/orgChart1"/>
    <dgm:cxn modelId="{22A6BD15-2F86-4399-AEED-37A07EF5F23D}" type="presOf" srcId="{97DE1B7E-693C-4607-B1E3-FABBE584D74C}" destId="{C13BDB14-D9E9-47A6-A3E5-F00BD1D9510B}" srcOrd="1" destOrd="0" presId="urn:microsoft.com/office/officeart/2005/8/layout/orgChart1"/>
    <dgm:cxn modelId="{B84325F5-A706-4CF0-85A9-CBFBBD5546A2}" type="presOf" srcId="{C863BE93-20B0-480A-B8C7-B76761F6C8F5}" destId="{6D96E52B-E383-432F-AA0E-225DDDB59626}" srcOrd="0" destOrd="0" presId="urn:microsoft.com/office/officeart/2005/8/layout/orgChart1"/>
    <dgm:cxn modelId="{ABE34243-AAFC-408D-B729-1608828D58C6}" type="presOf" srcId="{97DE1B7E-693C-4607-B1E3-FABBE584D74C}" destId="{412FC457-9B4D-4A13-A03A-9B70E3BDDD0C}" srcOrd="0" destOrd="0" presId="urn:microsoft.com/office/officeart/2005/8/layout/orgChart1"/>
    <dgm:cxn modelId="{3D3F9D30-751C-42A4-A086-DD7CAD47E871}" type="presOf" srcId="{4DD77933-0C48-4096-BCB2-5A1F43BF5040}" destId="{85E41ED6-0859-4DCA-952C-D1EB1AAD8CA9}" srcOrd="0" destOrd="0" presId="urn:microsoft.com/office/officeart/2005/8/layout/orgChart1"/>
    <dgm:cxn modelId="{BF3937EA-49BD-4FA3-BB7D-0D6EDDDC59F9}" type="presOf" srcId="{224CC8B8-D485-484D-9980-10D5D268916A}" destId="{59BB1EBD-D40E-4D07-B1BB-5255ED34A668}" srcOrd="1" destOrd="0" presId="urn:microsoft.com/office/officeart/2005/8/layout/orgChart1"/>
    <dgm:cxn modelId="{275CF5CF-9BB9-459C-987F-C73AF6FFC32E}" srcId="{97DE1B7E-693C-4607-B1E3-FABBE584D74C}" destId="{CD8213F7-4AC9-47A3-B527-46457BC504EF}" srcOrd="0" destOrd="0" parTransId="{16920603-DE40-43FD-93EA-208272DCE354}" sibTransId="{9B105E51-FC0B-4D04-B21B-D59504CA75BC}"/>
    <dgm:cxn modelId="{85CE2AC4-6759-4829-B96B-7E97E390070C}" type="presOf" srcId="{2EBD3D64-B915-4913-B00E-4F60F8A96B3D}" destId="{3CACF5AF-4F55-434E-ABBF-8F5C916486D0}" srcOrd="1" destOrd="0" presId="urn:microsoft.com/office/officeart/2005/8/layout/orgChart1"/>
    <dgm:cxn modelId="{228EB6E2-21CC-4AAA-BC32-55B01A43AD9F}" srcId="{CF8028CA-2195-4763-8F6B-6DFDE557CE80}" destId="{2EBD3D64-B915-4913-B00E-4F60F8A96B3D}" srcOrd="0" destOrd="0" parTransId="{E477609D-FDCC-4DD2-82C0-CB60A68E401A}" sibTransId="{1C928AE5-96A7-4BD8-8CE5-C5B592CE676A}"/>
    <dgm:cxn modelId="{B74E57B4-563E-4321-B9CA-E9DDFEA63944}" type="presOf" srcId="{CF8028CA-2195-4763-8F6B-6DFDE557CE80}" destId="{024854B0-1B0C-4719-914E-4BE150C95BBC}" srcOrd="1" destOrd="0" presId="urn:microsoft.com/office/officeart/2005/8/layout/orgChart1"/>
    <dgm:cxn modelId="{AAE39E9C-8D49-441D-AFED-A671A288AD1D}" srcId="{21241C85-8B28-4212-912F-8ADE1BDA3062}" destId="{4DD77933-0C48-4096-BCB2-5A1F43BF5040}" srcOrd="0" destOrd="0" parTransId="{E94E1B42-D817-4959-9A28-AE27C9EE2736}" sibTransId="{0B4931AB-4753-47F3-87B5-0D4669788FCF}"/>
    <dgm:cxn modelId="{8C99A591-72EA-402A-855F-7E09F2640C59}" type="presOf" srcId="{CF8028CA-2195-4763-8F6B-6DFDE557CE80}" destId="{9D43E297-DF9E-4250-897E-6A93A25E6FAC}" srcOrd="0" destOrd="0" presId="urn:microsoft.com/office/officeart/2005/8/layout/orgChart1"/>
    <dgm:cxn modelId="{E8562620-6B6B-42FD-8692-A57F3D314F99}" type="presOf" srcId="{E94E1B42-D817-4959-9A28-AE27C9EE2736}" destId="{DFCF46BB-9AC6-4392-A5A5-DA6766DB548D}" srcOrd="0" destOrd="0" presId="urn:microsoft.com/office/officeart/2005/8/layout/orgChart1"/>
    <dgm:cxn modelId="{8EB092A7-E61D-461E-BB5A-84B8F88B9CDC}" srcId="{D2FB86C8-6B44-42B7-9507-CC4C536C26E9}" destId="{CFD3932A-F7EC-4ABD-89CA-1FC6AA93FD9B}" srcOrd="0" destOrd="0" parTransId="{9A7931F8-22A2-49FD-B415-56A819AE2BC7}" sibTransId="{90FBD2F4-255F-4884-B65F-A2DFEA3A53BC}"/>
    <dgm:cxn modelId="{B95B77BA-633F-423B-AF65-B5DCC6AD0000}" type="presOf" srcId="{21241C85-8B28-4212-912F-8ADE1BDA3062}" destId="{7740E838-E680-46FB-A641-360BAF22742A}" srcOrd="1" destOrd="0" presId="urn:microsoft.com/office/officeart/2005/8/layout/orgChart1"/>
    <dgm:cxn modelId="{711719F7-7889-462B-BCD5-7387D43129C7}" type="presOf" srcId="{CFD3932A-F7EC-4ABD-89CA-1FC6AA93FD9B}" destId="{ECD58994-6C08-4C9C-9427-100E48C07034}" srcOrd="1" destOrd="0" presId="urn:microsoft.com/office/officeart/2005/8/layout/orgChart1"/>
    <dgm:cxn modelId="{94B3EB84-9C0B-4454-A0C8-00C61FEEBBD7}" srcId="{CFD3932A-F7EC-4ABD-89CA-1FC6AA93FD9B}" destId="{21241C85-8B28-4212-912F-8ADE1BDA3062}" srcOrd="1" destOrd="0" parTransId="{DD9357F0-F3B8-48DB-AA19-D134F1BFFB49}" sibTransId="{0411F8ED-C5A7-4DF3-8394-2BB783E18F6C}"/>
    <dgm:cxn modelId="{C400FE2F-BE4A-490F-9EA2-8DE2523F8B55}" type="presOf" srcId="{2EBD3D64-B915-4913-B00E-4F60F8A96B3D}" destId="{5F6C78CD-C554-44E5-B42A-D0002E3425D6}" srcOrd="0" destOrd="0" presId="urn:microsoft.com/office/officeart/2005/8/layout/orgChart1"/>
    <dgm:cxn modelId="{395048AD-FEF8-4993-AF78-64CCF7DD4898}" type="presOf" srcId="{CD8213F7-4AC9-47A3-B527-46457BC504EF}" destId="{9D91FC49-EF0D-4678-A44B-0355C79D1D83}" srcOrd="0" destOrd="0" presId="urn:microsoft.com/office/officeart/2005/8/layout/orgChart1"/>
    <dgm:cxn modelId="{ACCADAA8-F677-476F-9E28-893B51A7D9A2}" type="presOf" srcId="{88DC3B29-6B52-4AF4-95FE-82D70E12DF8E}" destId="{DAAD74AD-0894-42E3-8A24-85020E5B8D88}" srcOrd="0" destOrd="0" presId="urn:microsoft.com/office/officeart/2005/8/layout/orgChart1"/>
    <dgm:cxn modelId="{F665FC8D-06E9-49BC-806F-B1EE79CB6D17}" type="presOf" srcId="{D2FB86C8-6B44-42B7-9507-CC4C536C26E9}" destId="{E500B84F-5E82-4B53-945A-8AE526F52092}" srcOrd="0" destOrd="0" presId="urn:microsoft.com/office/officeart/2005/8/layout/orgChart1"/>
    <dgm:cxn modelId="{65650B1B-BC3E-4503-87E1-794C34F88140}" type="presOf" srcId="{CFD3932A-F7EC-4ABD-89CA-1FC6AA93FD9B}" destId="{34520804-3251-4599-9E95-7A53F6F3C2C1}" srcOrd="0" destOrd="0" presId="urn:microsoft.com/office/officeart/2005/8/layout/orgChart1"/>
    <dgm:cxn modelId="{28815DF5-0F7E-4641-BC19-1A86F603E993}" type="presOf" srcId="{21241C85-8B28-4212-912F-8ADE1BDA3062}" destId="{808432FC-A38E-4738-A6AA-A8B559A6C594}" srcOrd="0" destOrd="0" presId="urn:microsoft.com/office/officeart/2005/8/layout/orgChart1"/>
    <dgm:cxn modelId="{A8E499EF-1127-4C7E-95E6-9139AAAA02B3}" type="presOf" srcId="{B907F17F-72C9-4B7F-8A08-120F6B8B75F6}" destId="{0056AD2E-92EC-43BD-9F50-3044ABF529A2}" srcOrd="0" destOrd="0" presId="urn:microsoft.com/office/officeart/2005/8/layout/orgChart1"/>
    <dgm:cxn modelId="{CB552253-92EF-483E-B8F3-D808F4438AB5}" type="presOf" srcId="{DD9357F0-F3B8-48DB-AA19-D134F1BFFB49}" destId="{38D8E4EB-7D0F-4549-8F63-6FED5450D6B3}" srcOrd="0" destOrd="0" presId="urn:microsoft.com/office/officeart/2005/8/layout/orgChart1"/>
    <dgm:cxn modelId="{20A3153C-2570-4DB5-A1F6-8DDADFEE77FB}" type="presOf" srcId="{CD8213F7-4AC9-47A3-B527-46457BC504EF}" destId="{2C448A0E-C5DB-4C11-98A2-404249CE9D1E}" srcOrd="1" destOrd="0" presId="urn:microsoft.com/office/officeart/2005/8/layout/orgChart1"/>
    <dgm:cxn modelId="{3499CFD3-D1CB-406A-BB6E-2C0B23AF169E}" srcId="{21241C85-8B28-4212-912F-8ADE1BDA3062}" destId="{C863BE93-20B0-480A-B8C7-B76761F6C8F5}" srcOrd="1" destOrd="0" parTransId="{8F41D231-A83E-4E03-9620-B6DF6D4EC4ED}" sibTransId="{0E5EE59E-7DA1-4BD1-B6EC-8D5A12FD93C2}"/>
    <dgm:cxn modelId="{9E5A881F-C492-4550-8FC0-ADE59745EAE1}" srcId="{CFD3932A-F7EC-4ABD-89CA-1FC6AA93FD9B}" destId="{97DE1B7E-693C-4607-B1E3-FABBE584D74C}" srcOrd="2" destOrd="0" parTransId="{5C8F6D3E-99C3-4D65-B0A1-7992C17BF1F3}" sibTransId="{9C800A19-DED6-4E87-8F7F-FA6C1325DEBD}"/>
    <dgm:cxn modelId="{91FCA91E-F0C4-4209-8FF3-C8BACE498D1E}" type="presOf" srcId="{E477609D-FDCC-4DD2-82C0-CB60A68E401A}" destId="{7F395731-FC67-4DCF-B085-7DEFCB4F2049}" srcOrd="0" destOrd="0" presId="urn:microsoft.com/office/officeart/2005/8/layout/orgChart1"/>
    <dgm:cxn modelId="{B33EE69A-BE3B-492B-B65F-9B52D0D27847}" type="presOf" srcId="{C863BE93-20B0-480A-B8C7-B76761F6C8F5}" destId="{55951C23-2C49-4F19-A30E-370BC9675319}" srcOrd="1" destOrd="0" presId="urn:microsoft.com/office/officeart/2005/8/layout/orgChart1"/>
    <dgm:cxn modelId="{352478AA-60F0-4191-92F5-D51C15C70149}" srcId="{CFD3932A-F7EC-4ABD-89CA-1FC6AA93FD9B}" destId="{CF8028CA-2195-4763-8F6B-6DFDE557CE80}" srcOrd="0" destOrd="0" parTransId="{88DC3B29-6B52-4AF4-95FE-82D70E12DF8E}" sibTransId="{C781CFBE-753A-40BB-A440-BF3DF399F0CF}"/>
    <dgm:cxn modelId="{13AA9005-0211-47E6-95F8-327BC2B08790}" type="presOf" srcId="{5C8F6D3E-99C3-4D65-B0A1-7992C17BF1F3}" destId="{937D17AF-D7D6-42FC-BF67-78631B7E2213}" srcOrd="0" destOrd="0" presId="urn:microsoft.com/office/officeart/2005/8/layout/orgChart1"/>
    <dgm:cxn modelId="{B017836D-142D-4479-AD83-BB37201BBED9}" srcId="{97DE1B7E-693C-4607-B1E3-FABBE584D74C}" destId="{224CC8B8-D485-484D-9980-10D5D268916A}" srcOrd="1" destOrd="0" parTransId="{B907F17F-72C9-4B7F-8A08-120F6B8B75F6}" sibTransId="{E3432AB9-5F7E-486E-8EB0-905B62DE096C}"/>
    <dgm:cxn modelId="{B457B264-5664-4A36-9CDB-045D2E8AAC03}" type="presOf" srcId="{4DD77933-0C48-4096-BCB2-5A1F43BF5040}" destId="{B040283A-546D-419F-934E-1025EF784593}" srcOrd="1" destOrd="0" presId="urn:microsoft.com/office/officeart/2005/8/layout/orgChart1"/>
    <dgm:cxn modelId="{C47F43A2-581B-495C-AC04-BC5BEBECBDB9}" type="presOf" srcId="{8F41D231-A83E-4E03-9620-B6DF6D4EC4ED}" destId="{08AF699A-143C-4105-A626-DCD02FAF2ABF}" srcOrd="0" destOrd="0" presId="urn:microsoft.com/office/officeart/2005/8/layout/orgChart1"/>
    <dgm:cxn modelId="{D87A178E-DD0F-4405-8676-C3FBAE99E054}" type="presOf" srcId="{16920603-DE40-43FD-93EA-208272DCE354}" destId="{00B17FBF-1208-4676-BAB4-71279C477C1C}" srcOrd="0" destOrd="0" presId="urn:microsoft.com/office/officeart/2005/8/layout/orgChart1"/>
    <dgm:cxn modelId="{C91E8D95-C552-4195-AB32-5F687C8377F5}" type="presParOf" srcId="{E500B84F-5E82-4B53-945A-8AE526F52092}" destId="{DC9D9E0A-7B30-441A-80D0-01D323D6840E}" srcOrd="0" destOrd="0" presId="urn:microsoft.com/office/officeart/2005/8/layout/orgChart1"/>
    <dgm:cxn modelId="{8A461801-98EE-4D6B-A4F2-8649C1D6A479}" type="presParOf" srcId="{DC9D9E0A-7B30-441A-80D0-01D323D6840E}" destId="{17F80941-54F6-4EE8-BD52-C7BC4DDF80F8}" srcOrd="0" destOrd="0" presId="urn:microsoft.com/office/officeart/2005/8/layout/orgChart1"/>
    <dgm:cxn modelId="{2F268A0A-B4CA-463F-B5C6-ACDE6A0031FC}" type="presParOf" srcId="{17F80941-54F6-4EE8-BD52-C7BC4DDF80F8}" destId="{34520804-3251-4599-9E95-7A53F6F3C2C1}" srcOrd="0" destOrd="0" presId="urn:microsoft.com/office/officeart/2005/8/layout/orgChart1"/>
    <dgm:cxn modelId="{186A9D79-9E9F-4A41-8F9C-8D175C67F16B}" type="presParOf" srcId="{17F80941-54F6-4EE8-BD52-C7BC4DDF80F8}" destId="{ECD58994-6C08-4C9C-9427-100E48C07034}" srcOrd="1" destOrd="0" presId="urn:microsoft.com/office/officeart/2005/8/layout/orgChart1"/>
    <dgm:cxn modelId="{A1C49B2F-E6C3-494E-84C2-81B7A0E8E2CB}" type="presParOf" srcId="{DC9D9E0A-7B30-441A-80D0-01D323D6840E}" destId="{0FAAE27E-C5E0-49D6-88CE-6056A04408F3}" srcOrd="1" destOrd="0" presId="urn:microsoft.com/office/officeart/2005/8/layout/orgChart1"/>
    <dgm:cxn modelId="{F1291302-0887-4361-8202-7198BC1D3441}" type="presParOf" srcId="{0FAAE27E-C5E0-49D6-88CE-6056A04408F3}" destId="{DAAD74AD-0894-42E3-8A24-85020E5B8D88}" srcOrd="0" destOrd="0" presId="urn:microsoft.com/office/officeart/2005/8/layout/orgChart1"/>
    <dgm:cxn modelId="{9A6C191A-1534-4ED6-8AE6-67DCD0A6A9B9}" type="presParOf" srcId="{0FAAE27E-C5E0-49D6-88CE-6056A04408F3}" destId="{43AA16F3-7756-477D-A3F3-DDBEE6E1EC53}" srcOrd="1" destOrd="0" presId="urn:microsoft.com/office/officeart/2005/8/layout/orgChart1"/>
    <dgm:cxn modelId="{8326C679-8F7F-4EB5-9D9A-14C32621A66C}" type="presParOf" srcId="{43AA16F3-7756-477D-A3F3-DDBEE6E1EC53}" destId="{1F918B1E-C9AC-4013-ADC3-243717701AE8}" srcOrd="0" destOrd="0" presId="urn:microsoft.com/office/officeart/2005/8/layout/orgChart1"/>
    <dgm:cxn modelId="{0C71691F-27CA-4DB1-AA2E-D7F391DBD093}" type="presParOf" srcId="{1F918B1E-C9AC-4013-ADC3-243717701AE8}" destId="{9D43E297-DF9E-4250-897E-6A93A25E6FAC}" srcOrd="0" destOrd="0" presId="urn:microsoft.com/office/officeart/2005/8/layout/orgChart1"/>
    <dgm:cxn modelId="{82F12C96-D1CA-4753-B930-EC7FE212E4A2}" type="presParOf" srcId="{1F918B1E-C9AC-4013-ADC3-243717701AE8}" destId="{024854B0-1B0C-4719-914E-4BE150C95BBC}" srcOrd="1" destOrd="0" presId="urn:microsoft.com/office/officeart/2005/8/layout/orgChart1"/>
    <dgm:cxn modelId="{637C6A18-6F96-4780-B451-ECA92DC2B2A7}" type="presParOf" srcId="{43AA16F3-7756-477D-A3F3-DDBEE6E1EC53}" destId="{B50D22BD-8C56-4859-A4C9-B8728FB97153}" srcOrd="1" destOrd="0" presId="urn:microsoft.com/office/officeart/2005/8/layout/orgChart1"/>
    <dgm:cxn modelId="{1F85E182-D9C5-4FCC-912D-78C3703FF76F}" type="presParOf" srcId="{B50D22BD-8C56-4859-A4C9-B8728FB97153}" destId="{7F395731-FC67-4DCF-B085-7DEFCB4F2049}" srcOrd="0" destOrd="0" presId="urn:microsoft.com/office/officeart/2005/8/layout/orgChart1"/>
    <dgm:cxn modelId="{756A2BF6-45F4-4525-A21D-8ADC85737F2B}" type="presParOf" srcId="{B50D22BD-8C56-4859-A4C9-B8728FB97153}" destId="{469F9D5B-D8B0-4353-8595-747A01714443}" srcOrd="1" destOrd="0" presId="urn:microsoft.com/office/officeart/2005/8/layout/orgChart1"/>
    <dgm:cxn modelId="{4C8033D4-D7E4-46B5-8193-17277ECE8BF2}" type="presParOf" srcId="{469F9D5B-D8B0-4353-8595-747A01714443}" destId="{2CC056F8-66C1-4CB2-A185-B2D70A211ED9}" srcOrd="0" destOrd="0" presId="urn:microsoft.com/office/officeart/2005/8/layout/orgChart1"/>
    <dgm:cxn modelId="{5532A7AC-B473-4DC9-9171-6ABDC297907C}" type="presParOf" srcId="{2CC056F8-66C1-4CB2-A185-B2D70A211ED9}" destId="{5F6C78CD-C554-44E5-B42A-D0002E3425D6}" srcOrd="0" destOrd="0" presId="urn:microsoft.com/office/officeart/2005/8/layout/orgChart1"/>
    <dgm:cxn modelId="{F7D41660-6715-48A2-92EB-8248FBC205DD}" type="presParOf" srcId="{2CC056F8-66C1-4CB2-A185-B2D70A211ED9}" destId="{3CACF5AF-4F55-434E-ABBF-8F5C916486D0}" srcOrd="1" destOrd="0" presId="urn:microsoft.com/office/officeart/2005/8/layout/orgChart1"/>
    <dgm:cxn modelId="{66B8591B-7786-4F9F-8F54-1C4353296766}" type="presParOf" srcId="{469F9D5B-D8B0-4353-8595-747A01714443}" destId="{96607888-E98D-4C9B-AF32-474FBF7DD886}" srcOrd="1" destOrd="0" presId="urn:microsoft.com/office/officeart/2005/8/layout/orgChart1"/>
    <dgm:cxn modelId="{FFC8950F-E606-4580-A099-525D84A83AF6}" type="presParOf" srcId="{469F9D5B-D8B0-4353-8595-747A01714443}" destId="{A4FCCF19-B392-43CC-B6C6-67DCA509C206}" srcOrd="2" destOrd="0" presId="urn:microsoft.com/office/officeart/2005/8/layout/orgChart1"/>
    <dgm:cxn modelId="{DEB2B621-244C-46BE-970D-DAB397A2ADE8}" type="presParOf" srcId="{43AA16F3-7756-477D-A3F3-DDBEE6E1EC53}" destId="{EF824B7E-5033-4576-AF8E-B429D613550D}" srcOrd="2" destOrd="0" presId="urn:microsoft.com/office/officeart/2005/8/layout/orgChart1"/>
    <dgm:cxn modelId="{2662AFA6-9883-44AC-AA15-804EE595E92E}" type="presParOf" srcId="{0FAAE27E-C5E0-49D6-88CE-6056A04408F3}" destId="{38D8E4EB-7D0F-4549-8F63-6FED5450D6B3}" srcOrd="2" destOrd="0" presId="urn:microsoft.com/office/officeart/2005/8/layout/orgChart1"/>
    <dgm:cxn modelId="{7F68821F-19E6-44BD-80C2-923BEA2395C3}" type="presParOf" srcId="{0FAAE27E-C5E0-49D6-88CE-6056A04408F3}" destId="{42A31DD7-117D-4096-8885-0DDE68D8EA14}" srcOrd="3" destOrd="0" presId="urn:microsoft.com/office/officeart/2005/8/layout/orgChart1"/>
    <dgm:cxn modelId="{A274F62C-4188-4F9E-B171-75C6B9765816}" type="presParOf" srcId="{42A31DD7-117D-4096-8885-0DDE68D8EA14}" destId="{5824CF10-EFE0-491F-828A-E79A87160FEC}" srcOrd="0" destOrd="0" presId="urn:microsoft.com/office/officeart/2005/8/layout/orgChart1"/>
    <dgm:cxn modelId="{A3A2D6BE-2A0F-4F95-9B4C-72B198AF9037}" type="presParOf" srcId="{5824CF10-EFE0-491F-828A-E79A87160FEC}" destId="{808432FC-A38E-4738-A6AA-A8B559A6C594}" srcOrd="0" destOrd="0" presId="urn:microsoft.com/office/officeart/2005/8/layout/orgChart1"/>
    <dgm:cxn modelId="{9B23F296-CB57-4EE6-8071-125C4D01CF7B}" type="presParOf" srcId="{5824CF10-EFE0-491F-828A-E79A87160FEC}" destId="{7740E838-E680-46FB-A641-360BAF22742A}" srcOrd="1" destOrd="0" presId="urn:microsoft.com/office/officeart/2005/8/layout/orgChart1"/>
    <dgm:cxn modelId="{FE628FDD-6441-415E-92DD-382B5DC7C6E3}" type="presParOf" srcId="{42A31DD7-117D-4096-8885-0DDE68D8EA14}" destId="{2768BFE3-CC15-4174-848F-4E495BCE1FF4}" srcOrd="1" destOrd="0" presId="urn:microsoft.com/office/officeart/2005/8/layout/orgChart1"/>
    <dgm:cxn modelId="{5A4EF73A-FE31-42E7-9D20-F951570F53A8}" type="presParOf" srcId="{2768BFE3-CC15-4174-848F-4E495BCE1FF4}" destId="{DFCF46BB-9AC6-4392-A5A5-DA6766DB548D}" srcOrd="0" destOrd="0" presId="urn:microsoft.com/office/officeart/2005/8/layout/orgChart1"/>
    <dgm:cxn modelId="{086B9B99-6EFD-443A-A53B-38693E1725F0}" type="presParOf" srcId="{2768BFE3-CC15-4174-848F-4E495BCE1FF4}" destId="{6C947F42-74B4-4103-9215-274252A613D2}" srcOrd="1" destOrd="0" presId="urn:microsoft.com/office/officeart/2005/8/layout/orgChart1"/>
    <dgm:cxn modelId="{3B94AFC9-E1F7-4A49-A7E1-18B5175DDEC7}" type="presParOf" srcId="{6C947F42-74B4-4103-9215-274252A613D2}" destId="{EBD3B32D-3211-4B6F-9368-A22497A455E5}" srcOrd="0" destOrd="0" presId="urn:microsoft.com/office/officeart/2005/8/layout/orgChart1"/>
    <dgm:cxn modelId="{E10A1CA5-1F2E-4614-A2FE-1AC8ECC25252}" type="presParOf" srcId="{EBD3B32D-3211-4B6F-9368-A22497A455E5}" destId="{85E41ED6-0859-4DCA-952C-D1EB1AAD8CA9}" srcOrd="0" destOrd="0" presId="urn:microsoft.com/office/officeart/2005/8/layout/orgChart1"/>
    <dgm:cxn modelId="{B12F5E8C-A6DB-4900-8D75-70FA128165B7}" type="presParOf" srcId="{EBD3B32D-3211-4B6F-9368-A22497A455E5}" destId="{B040283A-546D-419F-934E-1025EF784593}" srcOrd="1" destOrd="0" presId="urn:microsoft.com/office/officeart/2005/8/layout/orgChart1"/>
    <dgm:cxn modelId="{59FB8356-7AAF-4DF7-98FC-0D92056BC443}" type="presParOf" srcId="{6C947F42-74B4-4103-9215-274252A613D2}" destId="{6DF59E59-CA7D-4D39-9DD9-7B9D4A93F2F8}" srcOrd="1" destOrd="0" presId="urn:microsoft.com/office/officeart/2005/8/layout/orgChart1"/>
    <dgm:cxn modelId="{3FFEBE80-99CB-47A8-8030-6545D5FF969A}" type="presParOf" srcId="{6C947F42-74B4-4103-9215-274252A613D2}" destId="{4BE7FE88-0A5B-49F3-AC6B-3D9F781BCF1F}" srcOrd="2" destOrd="0" presId="urn:microsoft.com/office/officeart/2005/8/layout/orgChart1"/>
    <dgm:cxn modelId="{58AC46F1-6369-4349-8BC9-14337B3A5246}" type="presParOf" srcId="{2768BFE3-CC15-4174-848F-4E495BCE1FF4}" destId="{08AF699A-143C-4105-A626-DCD02FAF2ABF}" srcOrd="2" destOrd="0" presId="urn:microsoft.com/office/officeart/2005/8/layout/orgChart1"/>
    <dgm:cxn modelId="{CA0EA653-9C55-46AE-9F2A-FD1FBD580ED4}" type="presParOf" srcId="{2768BFE3-CC15-4174-848F-4E495BCE1FF4}" destId="{3E3123F6-6BE5-417B-84C6-334C7260051F}" srcOrd="3" destOrd="0" presId="urn:microsoft.com/office/officeart/2005/8/layout/orgChart1"/>
    <dgm:cxn modelId="{34E40ADA-65CE-4F54-81EA-9B4D4B7C8E13}" type="presParOf" srcId="{3E3123F6-6BE5-417B-84C6-334C7260051F}" destId="{3991C8F2-4559-4BAD-BBEA-66E36C1CE07A}" srcOrd="0" destOrd="0" presId="urn:microsoft.com/office/officeart/2005/8/layout/orgChart1"/>
    <dgm:cxn modelId="{5285B5D1-2E98-4A41-8FC0-3C6AE37DCFE4}" type="presParOf" srcId="{3991C8F2-4559-4BAD-BBEA-66E36C1CE07A}" destId="{6D96E52B-E383-432F-AA0E-225DDDB59626}" srcOrd="0" destOrd="0" presId="urn:microsoft.com/office/officeart/2005/8/layout/orgChart1"/>
    <dgm:cxn modelId="{B86CEE73-1DEA-4626-9CAF-50A401F901D1}" type="presParOf" srcId="{3991C8F2-4559-4BAD-BBEA-66E36C1CE07A}" destId="{55951C23-2C49-4F19-A30E-370BC9675319}" srcOrd="1" destOrd="0" presId="urn:microsoft.com/office/officeart/2005/8/layout/orgChart1"/>
    <dgm:cxn modelId="{B069E509-01F7-44FD-AFA7-28E347EC5755}" type="presParOf" srcId="{3E3123F6-6BE5-417B-84C6-334C7260051F}" destId="{906B30A8-9D09-4663-9A7D-E3CB5D04866C}" srcOrd="1" destOrd="0" presId="urn:microsoft.com/office/officeart/2005/8/layout/orgChart1"/>
    <dgm:cxn modelId="{8645B440-1AAD-4CD8-BEF5-5B69F0DDCA2E}" type="presParOf" srcId="{3E3123F6-6BE5-417B-84C6-334C7260051F}" destId="{AF744386-8A4B-4E7F-A4F6-4D8FE4DBA8B7}" srcOrd="2" destOrd="0" presId="urn:microsoft.com/office/officeart/2005/8/layout/orgChart1"/>
    <dgm:cxn modelId="{E2FC55A8-BB11-404B-AE63-7C7B009442E4}" type="presParOf" srcId="{42A31DD7-117D-4096-8885-0DDE68D8EA14}" destId="{2CFDCB58-34D3-4EF2-9BF0-871B3AC81094}" srcOrd="2" destOrd="0" presId="urn:microsoft.com/office/officeart/2005/8/layout/orgChart1"/>
    <dgm:cxn modelId="{38D6FFFB-DF30-4FEA-8884-843748BC6F14}" type="presParOf" srcId="{0FAAE27E-C5E0-49D6-88CE-6056A04408F3}" destId="{937D17AF-D7D6-42FC-BF67-78631B7E2213}" srcOrd="4" destOrd="0" presId="urn:microsoft.com/office/officeart/2005/8/layout/orgChart1"/>
    <dgm:cxn modelId="{FD1BA400-A010-4F37-8695-983E2810E2A8}" type="presParOf" srcId="{0FAAE27E-C5E0-49D6-88CE-6056A04408F3}" destId="{BCB8B010-BEC2-4167-9B2B-6ED1963797D6}" srcOrd="5" destOrd="0" presId="urn:microsoft.com/office/officeart/2005/8/layout/orgChart1"/>
    <dgm:cxn modelId="{DEB5819A-E760-4477-9AB8-A5B569D7CCB6}" type="presParOf" srcId="{BCB8B010-BEC2-4167-9B2B-6ED1963797D6}" destId="{302D777A-84C6-4781-A5E8-29F5AFDDAB4E}" srcOrd="0" destOrd="0" presId="urn:microsoft.com/office/officeart/2005/8/layout/orgChart1"/>
    <dgm:cxn modelId="{FEF46D2C-EF72-41E7-85C9-5DFE021EC489}" type="presParOf" srcId="{302D777A-84C6-4781-A5E8-29F5AFDDAB4E}" destId="{412FC457-9B4D-4A13-A03A-9B70E3BDDD0C}" srcOrd="0" destOrd="0" presId="urn:microsoft.com/office/officeart/2005/8/layout/orgChart1"/>
    <dgm:cxn modelId="{0FCE7DE5-478A-4883-9273-AA7FD485E0BE}" type="presParOf" srcId="{302D777A-84C6-4781-A5E8-29F5AFDDAB4E}" destId="{C13BDB14-D9E9-47A6-A3E5-F00BD1D9510B}" srcOrd="1" destOrd="0" presId="urn:microsoft.com/office/officeart/2005/8/layout/orgChart1"/>
    <dgm:cxn modelId="{7FA52074-B410-4C04-A3D7-0E69D94D1581}" type="presParOf" srcId="{BCB8B010-BEC2-4167-9B2B-6ED1963797D6}" destId="{1A6FEF09-0C4C-4B67-91FA-0A9B93EB7E05}" srcOrd="1" destOrd="0" presId="urn:microsoft.com/office/officeart/2005/8/layout/orgChart1"/>
    <dgm:cxn modelId="{4CF64107-992B-4944-A5D8-4C4A117684E4}" type="presParOf" srcId="{1A6FEF09-0C4C-4B67-91FA-0A9B93EB7E05}" destId="{00B17FBF-1208-4676-BAB4-71279C477C1C}" srcOrd="0" destOrd="0" presId="urn:microsoft.com/office/officeart/2005/8/layout/orgChart1"/>
    <dgm:cxn modelId="{123DD29D-DB32-4F1D-BE3E-B3B42519A8CF}" type="presParOf" srcId="{1A6FEF09-0C4C-4B67-91FA-0A9B93EB7E05}" destId="{E13C6F27-331F-4758-97B8-5BEE86311444}" srcOrd="1" destOrd="0" presId="urn:microsoft.com/office/officeart/2005/8/layout/orgChart1"/>
    <dgm:cxn modelId="{75AA5DC4-9AAB-4B0A-91A6-13DAAE2616E9}" type="presParOf" srcId="{E13C6F27-331F-4758-97B8-5BEE86311444}" destId="{A5E18CF6-A969-4CA1-8FC0-84A4ADE0CB7C}" srcOrd="0" destOrd="0" presId="urn:microsoft.com/office/officeart/2005/8/layout/orgChart1"/>
    <dgm:cxn modelId="{40FCF9FF-8886-47AB-BD25-B1B949686A70}" type="presParOf" srcId="{A5E18CF6-A969-4CA1-8FC0-84A4ADE0CB7C}" destId="{9D91FC49-EF0D-4678-A44B-0355C79D1D83}" srcOrd="0" destOrd="0" presId="urn:microsoft.com/office/officeart/2005/8/layout/orgChart1"/>
    <dgm:cxn modelId="{BA0AEFB1-E5D8-499C-A4B1-7EC3DE82BBC9}" type="presParOf" srcId="{A5E18CF6-A969-4CA1-8FC0-84A4ADE0CB7C}" destId="{2C448A0E-C5DB-4C11-98A2-404249CE9D1E}" srcOrd="1" destOrd="0" presId="urn:microsoft.com/office/officeart/2005/8/layout/orgChart1"/>
    <dgm:cxn modelId="{8DBEC3F3-71A2-426C-AD84-D23E985B9323}" type="presParOf" srcId="{E13C6F27-331F-4758-97B8-5BEE86311444}" destId="{AF7DF725-513C-43DC-B423-69FC2AE745D9}" srcOrd="1" destOrd="0" presId="urn:microsoft.com/office/officeart/2005/8/layout/orgChart1"/>
    <dgm:cxn modelId="{0622959D-32DF-4A43-A970-5AF9922658D0}" type="presParOf" srcId="{E13C6F27-331F-4758-97B8-5BEE86311444}" destId="{AB86C2D1-7E64-4FF5-9A78-29AC9B6A8B1F}" srcOrd="2" destOrd="0" presId="urn:microsoft.com/office/officeart/2005/8/layout/orgChart1"/>
    <dgm:cxn modelId="{E9B4A285-C89A-40C6-9FDB-95DC869BA713}" type="presParOf" srcId="{1A6FEF09-0C4C-4B67-91FA-0A9B93EB7E05}" destId="{0056AD2E-92EC-43BD-9F50-3044ABF529A2}" srcOrd="2" destOrd="0" presId="urn:microsoft.com/office/officeart/2005/8/layout/orgChart1"/>
    <dgm:cxn modelId="{EF4F43AE-6121-4936-B823-8663F0B3734B}" type="presParOf" srcId="{1A6FEF09-0C4C-4B67-91FA-0A9B93EB7E05}" destId="{774DC957-FFAD-4BE7-94FA-FE556EDC47D1}" srcOrd="3" destOrd="0" presId="urn:microsoft.com/office/officeart/2005/8/layout/orgChart1"/>
    <dgm:cxn modelId="{0B2167E7-01A6-4C26-B661-4DD946191888}" type="presParOf" srcId="{774DC957-FFAD-4BE7-94FA-FE556EDC47D1}" destId="{D32AE2BC-FABB-4075-B9CD-A99441FAAB92}" srcOrd="0" destOrd="0" presId="urn:microsoft.com/office/officeart/2005/8/layout/orgChart1"/>
    <dgm:cxn modelId="{D3B37E6D-F782-422E-9AD6-9316607E4181}" type="presParOf" srcId="{D32AE2BC-FABB-4075-B9CD-A99441FAAB92}" destId="{CB017756-1B4A-4878-AF2E-633DC5C07473}" srcOrd="0" destOrd="0" presId="urn:microsoft.com/office/officeart/2005/8/layout/orgChart1"/>
    <dgm:cxn modelId="{6FF0B42F-50D5-41C3-83A7-82DAC59204F3}" type="presParOf" srcId="{D32AE2BC-FABB-4075-B9CD-A99441FAAB92}" destId="{59BB1EBD-D40E-4D07-B1BB-5255ED34A668}" srcOrd="1" destOrd="0" presId="urn:microsoft.com/office/officeart/2005/8/layout/orgChart1"/>
    <dgm:cxn modelId="{2325FB8E-0B72-4B29-A32B-8AF6B3E697C6}" type="presParOf" srcId="{774DC957-FFAD-4BE7-94FA-FE556EDC47D1}" destId="{088D5D91-1DE9-4CC1-BAF8-D438C7930EC2}" srcOrd="1" destOrd="0" presId="urn:microsoft.com/office/officeart/2005/8/layout/orgChart1"/>
    <dgm:cxn modelId="{327272D7-534C-4EB8-A7AE-256B11B02794}" type="presParOf" srcId="{774DC957-FFAD-4BE7-94FA-FE556EDC47D1}" destId="{9DEEF97E-8DF2-4332-9A8C-09A863FFC832}" srcOrd="2" destOrd="0" presId="urn:microsoft.com/office/officeart/2005/8/layout/orgChart1"/>
    <dgm:cxn modelId="{8C194407-7B1D-4E89-90DE-686EAE28DAE7}" type="presParOf" srcId="{BCB8B010-BEC2-4167-9B2B-6ED1963797D6}" destId="{179DA8C0-CC53-4741-9A13-440776960094}" srcOrd="2" destOrd="0" presId="urn:microsoft.com/office/officeart/2005/8/layout/orgChart1"/>
    <dgm:cxn modelId="{FF1323DD-10ED-4EF8-8BFE-B96A7A95D5AE}" type="presParOf" srcId="{DC9D9E0A-7B30-441A-80D0-01D323D6840E}" destId="{C10B08D9-BF60-460B-AD05-69E478B402B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2FB86C8-6B44-42B7-9507-CC4C536C26E9}" type="doc">
      <dgm:prSet loTypeId="urn:microsoft.com/office/officeart/2005/8/layout/orgChart1" loCatId="hierarchy" qsTypeId="urn:microsoft.com/office/officeart/2005/8/quickstyle/simple1" qsCatId="simple" csTypeId="urn:microsoft.com/office/officeart/2005/8/colors/colorful4" csCatId="colorful" phldr="1"/>
      <dgm:spPr/>
      <dgm:t>
        <a:bodyPr/>
        <a:lstStyle/>
        <a:p>
          <a:endParaRPr lang="es-ES"/>
        </a:p>
      </dgm:t>
    </dgm:pt>
    <dgm:pt modelId="{CFD3932A-F7EC-4ABD-89CA-1FC6AA93FD9B}">
      <dgm:prSet phldrT="[Texto]" custT="1"/>
      <dgm:spPr/>
      <dgm:t>
        <a:bodyPr/>
        <a:lstStyle/>
        <a:p>
          <a:r>
            <a:rPr lang="es-ES" sz="1800" dirty="0" smtClean="0"/>
            <a:t>Proyecto de mejora de la comunicación intercultural en la UCM</a:t>
          </a:r>
          <a:endParaRPr lang="es-ES" sz="1800" dirty="0"/>
        </a:p>
      </dgm:t>
    </dgm:pt>
    <dgm:pt modelId="{9A7931F8-22A2-49FD-B415-56A819AE2BC7}" type="parTrans" cxnId="{8EB092A7-E61D-461E-BB5A-84B8F88B9CDC}">
      <dgm:prSet/>
      <dgm:spPr/>
      <dgm:t>
        <a:bodyPr/>
        <a:lstStyle/>
        <a:p>
          <a:endParaRPr lang="es-ES"/>
        </a:p>
      </dgm:t>
    </dgm:pt>
    <dgm:pt modelId="{90FBD2F4-255F-4884-B65F-A2DFEA3A53BC}" type="sibTrans" cxnId="{8EB092A7-E61D-461E-BB5A-84B8F88B9CDC}">
      <dgm:prSet/>
      <dgm:spPr/>
      <dgm:t>
        <a:bodyPr/>
        <a:lstStyle/>
        <a:p>
          <a:endParaRPr lang="es-ES"/>
        </a:p>
      </dgm:t>
    </dgm:pt>
    <dgm:pt modelId="{CF8028CA-2195-4763-8F6B-6DFDE557CE80}">
      <dgm:prSet phldrT="[Texto]" custT="1"/>
      <dgm:spPr/>
      <dgm:t>
        <a:bodyPr/>
        <a:lstStyle/>
        <a:p>
          <a:r>
            <a:rPr lang="es-ES" sz="1200" dirty="0" smtClean="0"/>
            <a:t>Programa de </a:t>
          </a:r>
          <a:r>
            <a:rPr lang="es-ES" sz="1200" dirty="0" err="1" smtClean="0"/>
            <a:t>mentoring</a:t>
          </a:r>
          <a:r>
            <a:rPr lang="es-ES" sz="1200" dirty="0" smtClean="0"/>
            <a:t>, con alumnos voluntarios.</a:t>
          </a:r>
          <a:endParaRPr lang="es-ES" sz="1200" dirty="0"/>
        </a:p>
      </dgm:t>
    </dgm:pt>
    <dgm:pt modelId="{88DC3B29-6B52-4AF4-95FE-82D70E12DF8E}" type="parTrans" cxnId="{352478AA-60F0-4191-92F5-D51C15C70149}">
      <dgm:prSet/>
      <dgm:spPr/>
      <dgm:t>
        <a:bodyPr/>
        <a:lstStyle/>
        <a:p>
          <a:endParaRPr lang="es-ES"/>
        </a:p>
      </dgm:t>
    </dgm:pt>
    <dgm:pt modelId="{C781CFBE-753A-40BB-A440-BF3DF399F0CF}" type="sibTrans" cxnId="{352478AA-60F0-4191-92F5-D51C15C70149}">
      <dgm:prSet/>
      <dgm:spPr/>
      <dgm:t>
        <a:bodyPr/>
        <a:lstStyle/>
        <a:p>
          <a:endParaRPr lang="es-ES"/>
        </a:p>
      </dgm:t>
    </dgm:pt>
    <dgm:pt modelId="{21241C85-8B28-4212-912F-8ADE1BDA3062}">
      <dgm:prSet phldrT="[Texto]" custT="1"/>
      <dgm:spPr/>
      <dgm:t>
        <a:bodyPr/>
        <a:lstStyle/>
        <a:p>
          <a:r>
            <a:rPr lang="es-ES" sz="1200" dirty="0" smtClean="0"/>
            <a:t>Fiestas y eventos interculturales</a:t>
          </a:r>
          <a:endParaRPr lang="es-ES" sz="1200" dirty="0"/>
        </a:p>
      </dgm:t>
    </dgm:pt>
    <dgm:pt modelId="{DD9357F0-F3B8-48DB-AA19-D134F1BFFB49}" type="parTrans" cxnId="{94B3EB84-9C0B-4454-A0C8-00C61FEEBBD7}">
      <dgm:prSet/>
      <dgm:spPr/>
      <dgm:t>
        <a:bodyPr/>
        <a:lstStyle/>
        <a:p>
          <a:endParaRPr lang="es-ES"/>
        </a:p>
      </dgm:t>
    </dgm:pt>
    <dgm:pt modelId="{0411F8ED-C5A7-4DF3-8394-2BB783E18F6C}" type="sibTrans" cxnId="{94B3EB84-9C0B-4454-A0C8-00C61FEEBBD7}">
      <dgm:prSet/>
      <dgm:spPr/>
      <dgm:t>
        <a:bodyPr/>
        <a:lstStyle/>
        <a:p>
          <a:endParaRPr lang="es-ES"/>
        </a:p>
      </dgm:t>
    </dgm:pt>
    <dgm:pt modelId="{4DD77933-0C48-4096-BCB2-5A1F43BF5040}">
      <dgm:prSet phldrT="[Texto]"/>
      <dgm:spPr/>
      <dgm:t>
        <a:bodyPr/>
        <a:lstStyle/>
        <a:p>
          <a:r>
            <a:rPr lang="es-ES" dirty="0" smtClean="0"/>
            <a:t>Por nacionalidades / culturas, los alumnos explican sus diferencias culturales, bajo el eje común de la comida y costumbres</a:t>
          </a:r>
          <a:endParaRPr lang="es-ES" dirty="0"/>
        </a:p>
      </dgm:t>
    </dgm:pt>
    <dgm:pt modelId="{E94E1B42-D817-4959-9A28-AE27C9EE2736}" type="parTrans" cxnId="{AAE39E9C-8D49-441D-AFED-A671A288AD1D}">
      <dgm:prSet/>
      <dgm:spPr/>
      <dgm:t>
        <a:bodyPr/>
        <a:lstStyle/>
        <a:p>
          <a:endParaRPr lang="es-ES"/>
        </a:p>
      </dgm:t>
    </dgm:pt>
    <dgm:pt modelId="{0B4931AB-4753-47F3-87B5-0D4669788FCF}" type="sibTrans" cxnId="{AAE39E9C-8D49-441D-AFED-A671A288AD1D}">
      <dgm:prSet/>
      <dgm:spPr/>
      <dgm:t>
        <a:bodyPr/>
        <a:lstStyle/>
        <a:p>
          <a:endParaRPr lang="es-ES"/>
        </a:p>
      </dgm:t>
    </dgm:pt>
    <dgm:pt modelId="{C863BE93-20B0-480A-B8C7-B76761F6C8F5}">
      <dgm:prSet phldrT="[Texto]"/>
      <dgm:spPr/>
      <dgm:t>
        <a:bodyPr/>
        <a:lstStyle/>
        <a:p>
          <a:r>
            <a:rPr lang="es-ES" dirty="0" smtClean="0"/>
            <a:t>Concursos tipo trivial de conocimiento intercultural (que se puede vincular al programa de </a:t>
          </a:r>
          <a:r>
            <a:rPr lang="es-ES" dirty="0" err="1" smtClean="0"/>
            <a:t>mentoring</a:t>
          </a:r>
          <a:r>
            <a:rPr lang="es-ES" dirty="0" smtClean="0"/>
            <a:t>)</a:t>
          </a:r>
          <a:endParaRPr lang="es-ES" dirty="0"/>
        </a:p>
      </dgm:t>
    </dgm:pt>
    <dgm:pt modelId="{8F41D231-A83E-4E03-9620-B6DF6D4EC4ED}" type="parTrans" cxnId="{3499CFD3-D1CB-406A-BB6E-2C0B23AF169E}">
      <dgm:prSet/>
      <dgm:spPr/>
      <dgm:t>
        <a:bodyPr/>
        <a:lstStyle/>
        <a:p>
          <a:endParaRPr lang="es-ES"/>
        </a:p>
      </dgm:t>
    </dgm:pt>
    <dgm:pt modelId="{0E5EE59E-7DA1-4BD1-B6EC-8D5A12FD93C2}" type="sibTrans" cxnId="{3499CFD3-D1CB-406A-BB6E-2C0B23AF169E}">
      <dgm:prSet/>
      <dgm:spPr/>
      <dgm:t>
        <a:bodyPr/>
        <a:lstStyle/>
        <a:p>
          <a:endParaRPr lang="es-ES"/>
        </a:p>
      </dgm:t>
    </dgm:pt>
    <dgm:pt modelId="{97DE1B7E-693C-4607-B1E3-FABBE584D74C}">
      <dgm:prSet phldrT="[Texto]" custT="1"/>
      <dgm:spPr/>
      <dgm:t>
        <a:bodyPr/>
        <a:lstStyle/>
        <a:p>
          <a:r>
            <a:rPr lang="es-ES" sz="1200" dirty="0" smtClean="0"/>
            <a:t>Guía de buenas prácticas</a:t>
          </a:r>
          <a:endParaRPr lang="es-ES" sz="1200" dirty="0"/>
        </a:p>
      </dgm:t>
    </dgm:pt>
    <dgm:pt modelId="{5C8F6D3E-99C3-4D65-B0A1-7992C17BF1F3}" type="parTrans" cxnId="{9E5A881F-C492-4550-8FC0-ADE59745EAE1}">
      <dgm:prSet/>
      <dgm:spPr/>
      <dgm:t>
        <a:bodyPr/>
        <a:lstStyle/>
        <a:p>
          <a:endParaRPr lang="es-ES"/>
        </a:p>
      </dgm:t>
    </dgm:pt>
    <dgm:pt modelId="{9C800A19-DED6-4E87-8F7F-FA6C1325DEBD}" type="sibTrans" cxnId="{9E5A881F-C492-4550-8FC0-ADE59745EAE1}">
      <dgm:prSet/>
      <dgm:spPr/>
      <dgm:t>
        <a:bodyPr/>
        <a:lstStyle/>
        <a:p>
          <a:endParaRPr lang="es-ES"/>
        </a:p>
      </dgm:t>
    </dgm:pt>
    <dgm:pt modelId="{CD8213F7-4AC9-47A3-B527-46457BC504EF}">
      <dgm:prSet phldrT="[Texto]"/>
      <dgm:spPr/>
      <dgm:t>
        <a:bodyPr/>
        <a:lstStyle/>
        <a:p>
          <a:r>
            <a:rPr lang="es-ES" dirty="0" smtClean="0"/>
            <a:t>Guía con recomendaciones para todos los colectivos involucrados (profesores, alumnos españoles y extranjeros, otro personal…)</a:t>
          </a:r>
        </a:p>
      </dgm:t>
    </dgm:pt>
    <dgm:pt modelId="{16920603-DE40-43FD-93EA-208272DCE354}" type="parTrans" cxnId="{275CF5CF-9BB9-459C-987F-C73AF6FFC32E}">
      <dgm:prSet/>
      <dgm:spPr/>
      <dgm:t>
        <a:bodyPr/>
        <a:lstStyle/>
        <a:p>
          <a:endParaRPr lang="es-ES"/>
        </a:p>
      </dgm:t>
    </dgm:pt>
    <dgm:pt modelId="{9B105E51-FC0B-4D04-B21B-D59504CA75BC}" type="sibTrans" cxnId="{275CF5CF-9BB9-459C-987F-C73AF6FFC32E}">
      <dgm:prSet/>
      <dgm:spPr/>
      <dgm:t>
        <a:bodyPr/>
        <a:lstStyle/>
        <a:p>
          <a:endParaRPr lang="es-ES"/>
        </a:p>
      </dgm:t>
    </dgm:pt>
    <dgm:pt modelId="{2EBD3D64-B915-4913-B00E-4F60F8A96B3D}">
      <dgm:prSet phldrT="[Texto]"/>
      <dgm:spPr/>
      <dgm:t>
        <a:bodyPr/>
        <a:lstStyle/>
        <a:p>
          <a:r>
            <a:rPr lang="es-ES" dirty="0" smtClean="0"/>
            <a:t>Intercambio cultural y lingüístico en </a:t>
          </a:r>
          <a:r>
            <a:rPr lang="es-ES" dirty="0" err="1" smtClean="0"/>
            <a:t>duos</a:t>
          </a:r>
          <a:r>
            <a:rPr lang="es-ES" dirty="0" smtClean="0"/>
            <a:t> o grupos pequeños</a:t>
          </a:r>
          <a:endParaRPr lang="es-ES" dirty="0"/>
        </a:p>
      </dgm:t>
    </dgm:pt>
    <dgm:pt modelId="{E477609D-FDCC-4DD2-82C0-CB60A68E401A}" type="parTrans" cxnId="{228EB6E2-21CC-4AAA-BC32-55B01A43AD9F}">
      <dgm:prSet/>
      <dgm:spPr/>
      <dgm:t>
        <a:bodyPr/>
        <a:lstStyle/>
        <a:p>
          <a:endParaRPr lang="es-ES"/>
        </a:p>
      </dgm:t>
    </dgm:pt>
    <dgm:pt modelId="{1C928AE5-96A7-4BD8-8CE5-C5B592CE676A}" type="sibTrans" cxnId="{228EB6E2-21CC-4AAA-BC32-55B01A43AD9F}">
      <dgm:prSet/>
      <dgm:spPr/>
      <dgm:t>
        <a:bodyPr/>
        <a:lstStyle/>
        <a:p>
          <a:endParaRPr lang="es-ES"/>
        </a:p>
      </dgm:t>
    </dgm:pt>
    <dgm:pt modelId="{224CC8B8-D485-484D-9980-10D5D268916A}">
      <dgm:prSet/>
      <dgm:spPr/>
      <dgm:t>
        <a:bodyPr/>
        <a:lstStyle/>
        <a:p>
          <a:r>
            <a:rPr lang="es-ES" dirty="0" smtClean="0"/>
            <a:t>Acciones de sensibilización de la comunidad universitaria</a:t>
          </a:r>
          <a:endParaRPr lang="es-ES" dirty="0"/>
        </a:p>
      </dgm:t>
    </dgm:pt>
    <dgm:pt modelId="{B907F17F-72C9-4B7F-8A08-120F6B8B75F6}" type="parTrans" cxnId="{B017836D-142D-4479-AD83-BB37201BBED9}">
      <dgm:prSet/>
      <dgm:spPr/>
      <dgm:t>
        <a:bodyPr/>
        <a:lstStyle/>
        <a:p>
          <a:endParaRPr lang="es-ES"/>
        </a:p>
      </dgm:t>
    </dgm:pt>
    <dgm:pt modelId="{E3432AB9-5F7E-486E-8EB0-905B62DE096C}" type="sibTrans" cxnId="{B017836D-142D-4479-AD83-BB37201BBED9}">
      <dgm:prSet/>
      <dgm:spPr/>
      <dgm:t>
        <a:bodyPr/>
        <a:lstStyle/>
        <a:p>
          <a:endParaRPr lang="es-ES"/>
        </a:p>
      </dgm:t>
    </dgm:pt>
    <dgm:pt modelId="{E500B84F-5E82-4B53-945A-8AE526F52092}" type="pres">
      <dgm:prSet presAssocID="{D2FB86C8-6B44-42B7-9507-CC4C536C26E9}" presName="hierChild1" presStyleCnt="0">
        <dgm:presLayoutVars>
          <dgm:orgChart val="1"/>
          <dgm:chPref val="1"/>
          <dgm:dir/>
          <dgm:animOne val="branch"/>
          <dgm:animLvl val="lvl"/>
          <dgm:resizeHandles/>
        </dgm:presLayoutVars>
      </dgm:prSet>
      <dgm:spPr/>
      <dgm:t>
        <a:bodyPr/>
        <a:lstStyle/>
        <a:p>
          <a:endParaRPr lang="es-ES"/>
        </a:p>
      </dgm:t>
    </dgm:pt>
    <dgm:pt modelId="{DC9D9E0A-7B30-441A-80D0-01D323D6840E}" type="pres">
      <dgm:prSet presAssocID="{CFD3932A-F7EC-4ABD-89CA-1FC6AA93FD9B}" presName="hierRoot1" presStyleCnt="0">
        <dgm:presLayoutVars>
          <dgm:hierBranch val="init"/>
        </dgm:presLayoutVars>
      </dgm:prSet>
      <dgm:spPr/>
      <dgm:t>
        <a:bodyPr/>
        <a:lstStyle/>
        <a:p>
          <a:endParaRPr lang="es-ES"/>
        </a:p>
      </dgm:t>
    </dgm:pt>
    <dgm:pt modelId="{17F80941-54F6-4EE8-BD52-C7BC4DDF80F8}" type="pres">
      <dgm:prSet presAssocID="{CFD3932A-F7EC-4ABD-89CA-1FC6AA93FD9B}" presName="rootComposite1" presStyleCnt="0"/>
      <dgm:spPr/>
      <dgm:t>
        <a:bodyPr/>
        <a:lstStyle/>
        <a:p>
          <a:endParaRPr lang="es-ES"/>
        </a:p>
      </dgm:t>
    </dgm:pt>
    <dgm:pt modelId="{34520804-3251-4599-9E95-7A53F6F3C2C1}" type="pres">
      <dgm:prSet presAssocID="{CFD3932A-F7EC-4ABD-89CA-1FC6AA93FD9B}" presName="rootText1" presStyleLbl="node0" presStyleIdx="0" presStyleCnt="1" custScaleX="368043">
        <dgm:presLayoutVars>
          <dgm:chPref val="3"/>
        </dgm:presLayoutVars>
      </dgm:prSet>
      <dgm:spPr/>
      <dgm:t>
        <a:bodyPr/>
        <a:lstStyle/>
        <a:p>
          <a:endParaRPr lang="es-ES"/>
        </a:p>
      </dgm:t>
    </dgm:pt>
    <dgm:pt modelId="{ECD58994-6C08-4C9C-9427-100E48C07034}" type="pres">
      <dgm:prSet presAssocID="{CFD3932A-F7EC-4ABD-89CA-1FC6AA93FD9B}" presName="rootConnector1" presStyleLbl="node1" presStyleIdx="0" presStyleCnt="0"/>
      <dgm:spPr/>
      <dgm:t>
        <a:bodyPr/>
        <a:lstStyle/>
        <a:p>
          <a:endParaRPr lang="es-ES"/>
        </a:p>
      </dgm:t>
    </dgm:pt>
    <dgm:pt modelId="{0FAAE27E-C5E0-49D6-88CE-6056A04408F3}" type="pres">
      <dgm:prSet presAssocID="{CFD3932A-F7EC-4ABD-89CA-1FC6AA93FD9B}" presName="hierChild2" presStyleCnt="0"/>
      <dgm:spPr/>
      <dgm:t>
        <a:bodyPr/>
        <a:lstStyle/>
        <a:p>
          <a:endParaRPr lang="es-ES"/>
        </a:p>
      </dgm:t>
    </dgm:pt>
    <dgm:pt modelId="{DAAD74AD-0894-42E3-8A24-85020E5B8D88}" type="pres">
      <dgm:prSet presAssocID="{88DC3B29-6B52-4AF4-95FE-82D70E12DF8E}" presName="Name37" presStyleLbl="parChTrans1D2" presStyleIdx="0" presStyleCnt="3"/>
      <dgm:spPr/>
      <dgm:t>
        <a:bodyPr/>
        <a:lstStyle/>
        <a:p>
          <a:endParaRPr lang="es-ES"/>
        </a:p>
      </dgm:t>
    </dgm:pt>
    <dgm:pt modelId="{43AA16F3-7756-477D-A3F3-DDBEE6E1EC53}" type="pres">
      <dgm:prSet presAssocID="{CF8028CA-2195-4763-8F6B-6DFDE557CE80}" presName="hierRoot2" presStyleCnt="0">
        <dgm:presLayoutVars>
          <dgm:hierBranch val="init"/>
        </dgm:presLayoutVars>
      </dgm:prSet>
      <dgm:spPr/>
      <dgm:t>
        <a:bodyPr/>
        <a:lstStyle/>
        <a:p>
          <a:endParaRPr lang="es-ES"/>
        </a:p>
      </dgm:t>
    </dgm:pt>
    <dgm:pt modelId="{1F918B1E-C9AC-4013-ADC3-243717701AE8}" type="pres">
      <dgm:prSet presAssocID="{CF8028CA-2195-4763-8F6B-6DFDE557CE80}" presName="rootComposite" presStyleCnt="0"/>
      <dgm:spPr/>
      <dgm:t>
        <a:bodyPr/>
        <a:lstStyle/>
        <a:p>
          <a:endParaRPr lang="es-ES"/>
        </a:p>
      </dgm:t>
    </dgm:pt>
    <dgm:pt modelId="{9D43E297-DF9E-4250-897E-6A93A25E6FAC}" type="pres">
      <dgm:prSet presAssocID="{CF8028CA-2195-4763-8F6B-6DFDE557CE80}" presName="rootText" presStyleLbl="node2" presStyleIdx="0" presStyleCnt="3" custScaleX="184900">
        <dgm:presLayoutVars>
          <dgm:chPref val="3"/>
        </dgm:presLayoutVars>
      </dgm:prSet>
      <dgm:spPr/>
      <dgm:t>
        <a:bodyPr/>
        <a:lstStyle/>
        <a:p>
          <a:endParaRPr lang="es-ES"/>
        </a:p>
      </dgm:t>
    </dgm:pt>
    <dgm:pt modelId="{024854B0-1B0C-4719-914E-4BE150C95BBC}" type="pres">
      <dgm:prSet presAssocID="{CF8028CA-2195-4763-8F6B-6DFDE557CE80}" presName="rootConnector" presStyleLbl="node2" presStyleIdx="0" presStyleCnt="3"/>
      <dgm:spPr/>
      <dgm:t>
        <a:bodyPr/>
        <a:lstStyle/>
        <a:p>
          <a:endParaRPr lang="es-ES"/>
        </a:p>
      </dgm:t>
    </dgm:pt>
    <dgm:pt modelId="{B50D22BD-8C56-4859-A4C9-B8728FB97153}" type="pres">
      <dgm:prSet presAssocID="{CF8028CA-2195-4763-8F6B-6DFDE557CE80}" presName="hierChild4" presStyleCnt="0"/>
      <dgm:spPr/>
      <dgm:t>
        <a:bodyPr/>
        <a:lstStyle/>
        <a:p>
          <a:endParaRPr lang="es-ES"/>
        </a:p>
      </dgm:t>
    </dgm:pt>
    <dgm:pt modelId="{7F395731-FC67-4DCF-B085-7DEFCB4F2049}" type="pres">
      <dgm:prSet presAssocID="{E477609D-FDCC-4DD2-82C0-CB60A68E401A}" presName="Name37" presStyleLbl="parChTrans1D3" presStyleIdx="0" presStyleCnt="5"/>
      <dgm:spPr/>
      <dgm:t>
        <a:bodyPr/>
        <a:lstStyle/>
        <a:p>
          <a:endParaRPr lang="es-ES"/>
        </a:p>
      </dgm:t>
    </dgm:pt>
    <dgm:pt modelId="{469F9D5B-D8B0-4353-8595-747A01714443}" type="pres">
      <dgm:prSet presAssocID="{2EBD3D64-B915-4913-B00E-4F60F8A96B3D}" presName="hierRoot2" presStyleCnt="0">
        <dgm:presLayoutVars>
          <dgm:hierBranch val="init"/>
        </dgm:presLayoutVars>
      </dgm:prSet>
      <dgm:spPr/>
      <dgm:t>
        <a:bodyPr/>
        <a:lstStyle/>
        <a:p>
          <a:endParaRPr lang="es-ES"/>
        </a:p>
      </dgm:t>
    </dgm:pt>
    <dgm:pt modelId="{2CC056F8-66C1-4CB2-A185-B2D70A211ED9}" type="pres">
      <dgm:prSet presAssocID="{2EBD3D64-B915-4913-B00E-4F60F8A96B3D}" presName="rootComposite" presStyleCnt="0"/>
      <dgm:spPr/>
      <dgm:t>
        <a:bodyPr/>
        <a:lstStyle/>
        <a:p>
          <a:endParaRPr lang="es-ES"/>
        </a:p>
      </dgm:t>
    </dgm:pt>
    <dgm:pt modelId="{5F6C78CD-C554-44E5-B42A-D0002E3425D6}" type="pres">
      <dgm:prSet presAssocID="{2EBD3D64-B915-4913-B00E-4F60F8A96B3D}" presName="rootText" presStyleLbl="node3" presStyleIdx="0" presStyleCnt="5" custScaleX="133811">
        <dgm:presLayoutVars>
          <dgm:chPref val="3"/>
        </dgm:presLayoutVars>
      </dgm:prSet>
      <dgm:spPr/>
      <dgm:t>
        <a:bodyPr/>
        <a:lstStyle/>
        <a:p>
          <a:endParaRPr lang="es-ES"/>
        </a:p>
      </dgm:t>
    </dgm:pt>
    <dgm:pt modelId="{3CACF5AF-4F55-434E-ABBF-8F5C916486D0}" type="pres">
      <dgm:prSet presAssocID="{2EBD3D64-B915-4913-B00E-4F60F8A96B3D}" presName="rootConnector" presStyleLbl="node3" presStyleIdx="0" presStyleCnt="5"/>
      <dgm:spPr/>
      <dgm:t>
        <a:bodyPr/>
        <a:lstStyle/>
        <a:p>
          <a:endParaRPr lang="es-ES"/>
        </a:p>
      </dgm:t>
    </dgm:pt>
    <dgm:pt modelId="{96607888-E98D-4C9B-AF32-474FBF7DD886}" type="pres">
      <dgm:prSet presAssocID="{2EBD3D64-B915-4913-B00E-4F60F8A96B3D}" presName="hierChild4" presStyleCnt="0"/>
      <dgm:spPr/>
      <dgm:t>
        <a:bodyPr/>
        <a:lstStyle/>
        <a:p>
          <a:endParaRPr lang="es-ES"/>
        </a:p>
      </dgm:t>
    </dgm:pt>
    <dgm:pt modelId="{A4FCCF19-B392-43CC-B6C6-67DCA509C206}" type="pres">
      <dgm:prSet presAssocID="{2EBD3D64-B915-4913-B00E-4F60F8A96B3D}" presName="hierChild5" presStyleCnt="0"/>
      <dgm:spPr/>
      <dgm:t>
        <a:bodyPr/>
        <a:lstStyle/>
        <a:p>
          <a:endParaRPr lang="es-ES"/>
        </a:p>
      </dgm:t>
    </dgm:pt>
    <dgm:pt modelId="{EF824B7E-5033-4576-AF8E-B429D613550D}" type="pres">
      <dgm:prSet presAssocID="{CF8028CA-2195-4763-8F6B-6DFDE557CE80}" presName="hierChild5" presStyleCnt="0"/>
      <dgm:spPr/>
      <dgm:t>
        <a:bodyPr/>
        <a:lstStyle/>
        <a:p>
          <a:endParaRPr lang="es-ES"/>
        </a:p>
      </dgm:t>
    </dgm:pt>
    <dgm:pt modelId="{38D8E4EB-7D0F-4549-8F63-6FED5450D6B3}" type="pres">
      <dgm:prSet presAssocID="{DD9357F0-F3B8-48DB-AA19-D134F1BFFB49}" presName="Name37" presStyleLbl="parChTrans1D2" presStyleIdx="1" presStyleCnt="3"/>
      <dgm:spPr/>
      <dgm:t>
        <a:bodyPr/>
        <a:lstStyle/>
        <a:p>
          <a:endParaRPr lang="es-ES"/>
        </a:p>
      </dgm:t>
    </dgm:pt>
    <dgm:pt modelId="{42A31DD7-117D-4096-8885-0DDE68D8EA14}" type="pres">
      <dgm:prSet presAssocID="{21241C85-8B28-4212-912F-8ADE1BDA3062}" presName="hierRoot2" presStyleCnt="0">
        <dgm:presLayoutVars>
          <dgm:hierBranch val="init"/>
        </dgm:presLayoutVars>
      </dgm:prSet>
      <dgm:spPr/>
      <dgm:t>
        <a:bodyPr/>
        <a:lstStyle/>
        <a:p>
          <a:endParaRPr lang="es-ES"/>
        </a:p>
      </dgm:t>
    </dgm:pt>
    <dgm:pt modelId="{5824CF10-EFE0-491F-828A-E79A87160FEC}" type="pres">
      <dgm:prSet presAssocID="{21241C85-8B28-4212-912F-8ADE1BDA3062}" presName="rootComposite" presStyleCnt="0"/>
      <dgm:spPr/>
      <dgm:t>
        <a:bodyPr/>
        <a:lstStyle/>
        <a:p>
          <a:endParaRPr lang="es-ES"/>
        </a:p>
      </dgm:t>
    </dgm:pt>
    <dgm:pt modelId="{808432FC-A38E-4738-A6AA-A8B559A6C594}" type="pres">
      <dgm:prSet presAssocID="{21241C85-8B28-4212-912F-8ADE1BDA3062}" presName="rootText" presStyleLbl="node2" presStyleIdx="1" presStyleCnt="3" custScaleX="184900">
        <dgm:presLayoutVars>
          <dgm:chPref val="3"/>
        </dgm:presLayoutVars>
      </dgm:prSet>
      <dgm:spPr/>
      <dgm:t>
        <a:bodyPr/>
        <a:lstStyle/>
        <a:p>
          <a:endParaRPr lang="es-ES"/>
        </a:p>
      </dgm:t>
    </dgm:pt>
    <dgm:pt modelId="{7740E838-E680-46FB-A641-360BAF22742A}" type="pres">
      <dgm:prSet presAssocID="{21241C85-8B28-4212-912F-8ADE1BDA3062}" presName="rootConnector" presStyleLbl="node2" presStyleIdx="1" presStyleCnt="3"/>
      <dgm:spPr/>
      <dgm:t>
        <a:bodyPr/>
        <a:lstStyle/>
        <a:p>
          <a:endParaRPr lang="es-ES"/>
        </a:p>
      </dgm:t>
    </dgm:pt>
    <dgm:pt modelId="{2768BFE3-CC15-4174-848F-4E495BCE1FF4}" type="pres">
      <dgm:prSet presAssocID="{21241C85-8B28-4212-912F-8ADE1BDA3062}" presName="hierChild4" presStyleCnt="0"/>
      <dgm:spPr/>
      <dgm:t>
        <a:bodyPr/>
        <a:lstStyle/>
        <a:p>
          <a:endParaRPr lang="es-ES"/>
        </a:p>
      </dgm:t>
    </dgm:pt>
    <dgm:pt modelId="{DFCF46BB-9AC6-4392-A5A5-DA6766DB548D}" type="pres">
      <dgm:prSet presAssocID="{E94E1B42-D817-4959-9A28-AE27C9EE2736}" presName="Name37" presStyleLbl="parChTrans1D3" presStyleIdx="1" presStyleCnt="5"/>
      <dgm:spPr/>
      <dgm:t>
        <a:bodyPr/>
        <a:lstStyle/>
        <a:p>
          <a:endParaRPr lang="es-ES"/>
        </a:p>
      </dgm:t>
    </dgm:pt>
    <dgm:pt modelId="{6C947F42-74B4-4103-9215-274252A613D2}" type="pres">
      <dgm:prSet presAssocID="{4DD77933-0C48-4096-BCB2-5A1F43BF5040}" presName="hierRoot2" presStyleCnt="0">
        <dgm:presLayoutVars>
          <dgm:hierBranch val="init"/>
        </dgm:presLayoutVars>
      </dgm:prSet>
      <dgm:spPr/>
      <dgm:t>
        <a:bodyPr/>
        <a:lstStyle/>
        <a:p>
          <a:endParaRPr lang="es-ES"/>
        </a:p>
      </dgm:t>
    </dgm:pt>
    <dgm:pt modelId="{EBD3B32D-3211-4B6F-9368-A22497A455E5}" type="pres">
      <dgm:prSet presAssocID="{4DD77933-0C48-4096-BCB2-5A1F43BF5040}" presName="rootComposite" presStyleCnt="0"/>
      <dgm:spPr/>
      <dgm:t>
        <a:bodyPr/>
        <a:lstStyle/>
        <a:p>
          <a:endParaRPr lang="es-ES"/>
        </a:p>
      </dgm:t>
    </dgm:pt>
    <dgm:pt modelId="{85E41ED6-0859-4DCA-952C-D1EB1AAD8CA9}" type="pres">
      <dgm:prSet presAssocID="{4DD77933-0C48-4096-BCB2-5A1F43BF5040}" presName="rootText" presStyleLbl="node3" presStyleIdx="1" presStyleCnt="5" custScaleX="133811">
        <dgm:presLayoutVars>
          <dgm:chPref val="3"/>
        </dgm:presLayoutVars>
      </dgm:prSet>
      <dgm:spPr/>
      <dgm:t>
        <a:bodyPr/>
        <a:lstStyle/>
        <a:p>
          <a:endParaRPr lang="es-ES"/>
        </a:p>
      </dgm:t>
    </dgm:pt>
    <dgm:pt modelId="{B040283A-546D-419F-934E-1025EF784593}" type="pres">
      <dgm:prSet presAssocID="{4DD77933-0C48-4096-BCB2-5A1F43BF5040}" presName="rootConnector" presStyleLbl="node3" presStyleIdx="1" presStyleCnt="5"/>
      <dgm:spPr/>
      <dgm:t>
        <a:bodyPr/>
        <a:lstStyle/>
        <a:p>
          <a:endParaRPr lang="es-ES"/>
        </a:p>
      </dgm:t>
    </dgm:pt>
    <dgm:pt modelId="{6DF59E59-CA7D-4D39-9DD9-7B9D4A93F2F8}" type="pres">
      <dgm:prSet presAssocID="{4DD77933-0C48-4096-BCB2-5A1F43BF5040}" presName="hierChild4" presStyleCnt="0"/>
      <dgm:spPr/>
      <dgm:t>
        <a:bodyPr/>
        <a:lstStyle/>
        <a:p>
          <a:endParaRPr lang="es-ES"/>
        </a:p>
      </dgm:t>
    </dgm:pt>
    <dgm:pt modelId="{4BE7FE88-0A5B-49F3-AC6B-3D9F781BCF1F}" type="pres">
      <dgm:prSet presAssocID="{4DD77933-0C48-4096-BCB2-5A1F43BF5040}" presName="hierChild5" presStyleCnt="0"/>
      <dgm:spPr/>
      <dgm:t>
        <a:bodyPr/>
        <a:lstStyle/>
        <a:p>
          <a:endParaRPr lang="es-ES"/>
        </a:p>
      </dgm:t>
    </dgm:pt>
    <dgm:pt modelId="{08AF699A-143C-4105-A626-DCD02FAF2ABF}" type="pres">
      <dgm:prSet presAssocID="{8F41D231-A83E-4E03-9620-B6DF6D4EC4ED}" presName="Name37" presStyleLbl="parChTrans1D3" presStyleIdx="2" presStyleCnt="5"/>
      <dgm:spPr/>
      <dgm:t>
        <a:bodyPr/>
        <a:lstStyle/>
        <a:p>
          <a:endParaRPr lang="es-ES"/>
        </a:p>
      </dgm:t>
    </dgm:pt>
    <dgm:pt modelId="{3E3123F6-6BE5-417B-84C6-334C7260051F}" type="pres">
      <dgm:prSet presAssocID="{C863BE93-20B0-480A-B8C7-B76761F6C8F5}" presName="hierRoot2" presStyleCnt="0">
        <dgm:presLayoutVars>
          <dgm:hierBranch val="init"/>
        </dgm:presLayoutVars>
      </dgm:prSet>
      <dgm:spPr/>
      <dgm:t>
        <a:bodyPr/>
        <a:lstStyle/>
        <a:p>
          <a:endParaRPr lang="es-ES"/>
        </a:p>
      </dgm:t>
    </dgm:pt>
    <dgm:pt modelId="{3991C8F2-4559-4BAD-BBEA-66E36C1CE07A}" type="pres">
      <dgm:prSet presAssocID="{C863BE93-20B0-480A-B8C7-B76761F6C8F5}" presName="rootComposite" presStyleCnt="0"/>
      <dgm:spPr/>
      <dgm:t>
        <a:bodyPr/>
        <a:lstStyle/>
        <a:p>
          <a:endParaRPr lang="es-ES"/>
        </a:p>
      </dgm:t>
    </dgm:pt>
    <dgm:pt modelId="{6D96E52B-E383-432F-AA0E-225DDDB59626}" type="pres">
      <dgm:prSet presAssocID="{C863BE93-20B0-480A-B8C7-B76761F6C8F5}" presName="rootText" presStyleLbl="node3" presStyleIdx="2" presStyleCnt="5" custScaleX="133150">
        <dgm:presLayoutVars>
          <dgm:chPref val="3"/>
        </dgm:presLayoutVars>
      </dgm:prSet>
      <dgm:spPr/>
      <dgm:t>
        <a:bodyPr/>
        <a:lstStyle/>
        <a:p>
          <a:endParaRPr lang="es-ES"/>
        </a:p>
      </dgm:t>
    </dgm:pt>
    <dgm:pt modelId="{55951C23-2C49-4F19-A30E-370BC9675319}" type="pres">
      <dgm:prSet presAssocID="{C863BE93-20B0-480A-B8C7-B76761F6C8F5}" presName="rootConnector" presStyleLbl="node3" presStyleIdx="2" presStyleCnt="5"/>
      <dgm:spPr/>
      <dgm:t>
        <a:bodyPr/>
        <a:lstStyle/>
        <a:p>
          <a:endParaRPr lang="es-ES"/>
        </a:p>
      </dgm:t>
    </dgm:pt>
    <dgm:pt modelId="{906B30A8-9D09-4663-9A7D-E3CB5D04866C}" type="pres">
      <dgm:prSet presAssocID="{C863BE93-20B0-480A-B8C7-B76761F6C8F5}" presName="hierChild4" presStyleCnt="0"/>
      <dgm:spPr/>
      <dgm:t>
        <a:bodyPr/>
        <a:lstStyle/>
        <a:p>
          <a:endParaRPr lang="es-ES"/>
        </a:p>
      </dgm:t>
    </dgm:pt>
    <dgm:pt modelId="{AF744386-8A4B-4E7F-A4F6-4D8FE4DBA8B7}" type="pres">
      <dgm:prSet presAssocID="{C863BE93-20B0-480A-B8C7-B76761F6C8F5}" presName="hierChild5" presStyleCnt="0"/>
      <dgm:spPr/>
      <dgm:t>
        <a:bodyPr/>
        <a:lstStyle/>
        <a:p>
          <a:endParaRPr lang="es-ES"/>
        </a:p>
      </dgm:t>
    </dgm:pt>
    <dgm:pt modelId="{2CFDCB58-34D3-4EF2-9BF0-871B3AC81094}" type="pres">
      <dgm:prSet presAssocID="{21241C85-8B28-4212-912F-8ADE1BDA3062}" presName="hierChild5" presStyleCnt="0"/>
      <dgm:spPr/>
      <dgm:t>
        <a:bodyPr/>
        <a:lstStyle/>
        <a:p>
          <a:endParaRPr lang="es-ES"/>
        </a:p>
      </dgm:t>
    </dgm:pt>
    <dgm:pt modelId="{937D17AF-D7D6-42FC-BF67-78631B7E2213}" type="pres">
      <dgm:prSet presAssocID="{5C8F6D3E-99C3-4D65-B0A1-7992C17BF1F3}" presName="Name37" presStyleLbl="parChTrans1D2" presStyleIdx="2" presStyleCnt="3"/>
      <dgm:spPr/>
      <dgm:t>
        <a:bodyPr/>
        <a:lstStyle/>
        <a:p>
          <a:endParaRPr lang="es-ES"/>
        </a:p>
      </dgm:t>
    </dgm:pt>
    <dgm:pt modelId="{BCB8B010-BEC2-4167-9B2B-6ED1963797D6}" type="pres">
      <dgm:prSet presAssocID="{97DE1B7E-693C-4607-B1E3-FABBE584D74C}" presName="hierRoot2" presStyleCnt="0">
        <dgm:presLayoutVars>
          <dgm:hierBranch val="init"/>
        </dgm:presLayoutVars>
      </dgm:prSet>
      <dgm:spPr/>
      <dgm:t>
        <a:bodyPr/>
        <a:lstStyle/>
        <a:p>
          <a:endParaRPr lang="es-ES"/>
        </a:p>
      </dgm:t>
    </dgm:pt>
    <dgm:pt modelId="{302D777A-84C6-4781-A5E8-29F5AFDDAB4E}" type="pres">
      <dgm:prSet presAssocID="{97DE1B7E-693C-4607-B1E3-FABBE584D74C}" presName="rootComposite" presStyleCnt="0"/>
      <dgm:spPr/>
      <dgm:t>
        <a:bodyPr/>
        <a:lstStyle/>
        <a:p>
          <a:endParaRPr lang="es-ES"/>
        </a:p>
      </dgm:t>
    </dgm:pt>
    <dgm:pt modelId="{412FC457-9B4D-4A13-A03A-9B70E3BDDD0C}" type="pres">
      <dgm:prSet presAssocID="{97DE1B7E-693C-4607-B1E3-FABBE584D74C}" presName="rootText" presStyleLbl="node2" presStyleIdx="2" presStyleCnt="3" custScaleX="184900">
        <dgm:presLayoutVars>
          <dgm:chPref val="3"/>
        </dgm:presLayoutVars>
      </dgm:prSet>
      <dgm:spPr/>
      <dgm:t>
        <a:bodyPr/>
        <a:lstStyle/>
        <a:p>
          <a:endParaRPr lang="es-ES"/>
        </a:p>
      </dgm:t>
    </dgm:pt>
    <dgm:pt modelId="{C13BDB14-D9E9-47A6-A3E5-F00BD1D9510B}" type="pres">
      <dgm:prSet presAssocID="{97DE1B7E-693C-4607-B1E3-FABBE584D74C}" presName="rootConnector" presStyleLbl="node2" presStyleIdx="2" presStyleCnt="3"/>
      <dgm:spPr/>
      <dgm:t>
        <a:bodyPr/>
        <a:lstStyle/>
        <a:p>
          <a:endParaRPr lang="es-ES"/>
        </a:p>
      </dgm:t>
    </dgm:pt>
    <dgm:pt modelId="{1A6FEF09-0C4C-4B67-91FA-0A9B93EB7E05}" type="pres">
      <dgm:prSet presAssocID="{97DE1B7E-693C-4607-B1E3-FABBE584D74C}" presName="hierChild4" presStyleCnt="0"/>
      <dgm:spPr/>
      <dgm:t>
        <a:bodyPr/>
        <a:lstStyle/>
        <a:p>
          <a:endParaRPr lang="es-ES"/>
        </a:p>
      </dgm:t>
    </dgm:pt>
    <dgm:pt modelId="{00B17FBF-1208-4676-BAB4-71279C477C1C}" type="pres">
      <dgm:prSet presAssocID="{16920603-DE40-43FD-93EA-208272DCE354}" presName="Name37" presStyleLbl="parChTrans1D3" presStyleIdx="3" presStyleCnt="5"/>
      <dgm:spPr/>
      <dgm:t>
        <a:bodyPr/>
        <a:lstStyle/>
        <a:p>
          <a:endParaRPr lang="es-ES"/>
        </a:p>
      </dgm:t>
    </dgm:pt>
    <dgm:pt modelId="{E13C6F27-331F-4758-97B8-5BEE86311444}" type="pres">
      <dgm:prSet presAssocID="{CD8213F7-4AC9-47A3-B527-46457BC504EF}" presName="hierRoot2" presStyleCnt="0">
        <dgm:presLayoutVars>
          <dgm:hierBranch val="init"/>
        </dgm:presLayoutVars>
      </dgm:prSet>
      <dgm:spPr/>
      <dgm:t>
        <a:bodyPr/>
        <a:lstStyle/>
        <a:p>
          <a:endParaRPr lang="es-ES"/>
        </a:p>
      </dgm:t>
    </dgm:pt>
    <dgm:pt modelId="{A5E18CF6-A969-4CA1-8FC0-84A4ADE0CB7C}" type="pres">
      <dgm:prSet presAssocID="{CD8213F7-4AC9-47A3-B527-46457BC504EF}" presName="rootComposite" presStyleCnt="0"/>
      <dgm:spPr/>
      <dgm:t>
        <a:bodyPr/>
        <a:lstStyle/>
        <a:p>
          <a:endParaRPr lang="es-ES"/>
        </a:p>
      </dgm:t>
    </dgm:pt>
    <dgm:pt modelId="{9D91FC49-EF0D-4678-A44B-0355C79D1D83}" type="pres">
      <dgm:prSet presAssocID="{CD8213F7-4AC9-47A3-B527-46457BC504EF}" presName="rootText" presStyleLbl="node3" presStyleIdx="3" presStyleCnt="5" custScaleX="133811">
        <dgm:presLayoutVars>
          <dgm:chPref val="3"/>
        </dgm:presLayoutVars>
      </dgm:prSet>
      <dgm:spPr/>
      <dgm:t>
        <a:bodyPr/>
        <a:lstStyle/>
        <a:p>
          <a:endParaRPr lang="es-ES"/>
        </a:p>
      </dgm:t>
    </dgm:pt>
    <dgm:pt modelId="{2C448A0E-C5DB-4C11-98A2-404249CE9D1E}" type="pres">
      <dgm:prSet presAssocID="{CD8213F7-4AC9-47A3-B527-46457BC504EF}" presName="rootConnector" presStyleLbl="node3" presStyleIdx="3" presStyleCnt="5"/>
      <dgm:spPr/>
      <dgm:t>
        <a:bodyPr/>
        <a:lstStyle/>
        <a:p>
          <a:endParaRPr lang="es-ES"/>
        </a:p>
      </dgm:t>
    </dgm:pt>
    <dgm:pt modelId="{AF7DF725-513C-43DC-B423-69FC2AE745D9}" type="pres">
      <dgm:prSet presAssocID="{CD8213F7-4AC9-47A3-B527-46457BC504EF}" presName="hierChild4" presStyleCnt="0"/>
      <dgm:spPr/>
      <dgm:t>
        <a:bodyPr/>
        <a:lstStyle/>
        <a:p>
          <a:endParaRPr lang="es-ES"/>
        </a:p>
      </dgm:t>
    </dgm:pt>
    <dgm:pt modelId="{AB86C2D1-7E64-4FF5-9A78-29AC9B6A8B1F}" type="pres">
      <dgm:prSet presAssocID="{CD8213F7-4AC9-47A3-B527-46457BC504EF}" presName="hierChild5" presStyleCnt="0"/>
      <dgm:spPr/>
      <dgm:t>
        <a:bodyPr/>
        <a:lstStyle/>
        <a:p>
          <a:endParaRPr lang="es-ES"/>
        </a:p>
      </dgm:t>
    </dgm:pt>
    <dgm:pt modelId="{0056AD2E-92EC-43BD-9F50-3044ABF529A2}" type="pres">
      <dgm:prSet presAssocID="{B907F17F-72C9-4B7F-8A08-120F6B8B75F6}" presName="Name37" presStyleLbl="parChTrans1D3" presStyleIdx="4" presStyleCnt="5"/>
      <dgm:spPr/>
      <dgm:t>
        <a:bodyPr/>
        <a:lstStyle/>
        <a:p>
          <a:endParaRPr lang="es-ES"/>
        </a:p>
      </dgm:t>
    </dgm:pt>
    <dgm:pt modelId="{774DC957-FFAD-4BE7-94FA-FE556EDC47D1}" type="pres">
      <dgm:prSet presAssocID="{224CC8B8-D485-484D-9980-10D5D268916A}" presName="hierRoot2" presStyleCnt="0">
        <dgm:presLayoutVars>
          <dgm:hierBranch val="init"/>
        </dgm:presLayoutVars>
      </dgm:prSet>
      <dgm:spPr/>
      <dgm:t>
        <a:bodyPr/>
        <a:lstStyle/>
        <a:p>
          <a:endParaRPr lang="es-ES"/>
        </a:p>
      </dgm:t>
    </dgm:pt>
    <dgm:pt modelId="{D32AE2BC-FABB-4075-B9CD-A99441FAAB92}" type="pres">
      <dgm:prSet presAssocID="{224CC8B8-D485-484D-9980-10D5D268916A}" presName="rootComposite" presStyleCnt="0"/>
      <dgm:spPr/>
      <dgm:t>
        <a:bodyPr/>
        <a:lstStyle/>
        <a:p>
          <a:endParaRPr lang="es-ES"/>
        </a:p>
      </dgm:t>
    </dgm:pt>
    <dgm:pt modelId="{CB017756-1B4A-4878-AF2E-633DC5C07473}" type="pres">
      <dgm:prSet presAssocID="{224CC8B8-D485-484D-9980-10D5D268916A}" presName="rootText" presStyleLbl="node3" presStyleIdx="4" presStyleCnt="5" custScaleX="133150">
        <dgm:presLayoutVars>
          <dgm:chPref val="3"/>
        </dgm:presLayoutVars>
      </dgm:prSet>
      <dgm:spPr/>
      <dgm:t>
        <a:bodyPr/>
        <a:lstStyle/>
        <a:p>
          <a:endParaRPr lang="es-ES"/>
        </a:p>
      </dgm:t>
    </dgm:pt>
    <dgm:pt modelId="{59BB1EBD-D40E-4D07-B1BB-5255ED34A668}" type="pres">
      <dgm:prSet presAssocID="{224CC8B8-D485-484D-9980-10D5D268916A}" presName="rootConnector" presStyleLbl="node3" presStyleIdx="4" presStyleCnt="5"/>
      <dgm:spPr/>
      <dgm:t>
        <a:bodyPr/>
        <a:lstStyle/>
        <a:p>
          <a:endParaRPr lang="es-ES"/>
        </a:p>
      </dgm:t>
    </dgm:pt>
    <dgm:pt modelId="{088D5D91-1DE9-4CC1-BAF8-D438C7930EC2}" type="pres">
      <dgm:prSet presAssocID="{224CC8B8-D485-484D-9980-10D5D268916A}" presName="hierChild4" presStyleCnt="0"/>
      <dgm:spPr/>
      <dgm:t>
        <a:bodyPr/>
        <a:lstStyle/>
        <a:p>
          <a:endParaRPr lang="es-ES"/>
        </a:p>
      </dgm:t>
    </dgm:pt>
    <dgm:pt modelId="{9DEEF97E-8DF2-4332-9A8C-09A863FFC832}" type="pres">
      <dgm:prSet presAssocID="{224CC8B8-D485-484D-9980-10D5D268916A}" presName="hierChild5" presStyleCnt="0"/>
      <dgm:spPr/>
      <dgm:t>
        <a:bodyPr/>
        <a:lstStyle/>
        <a:p>
          <a:endParaRPr lang="es-ES"/>
        </a:p>
      </dgm:t>
    </dgm:pt>
    <dgm:pt modelId="{179DA8C0-CC53-4741-9A13-440776960094}" type="pres">
      <dgm:prSet presAssocID="{97DE1B7E-693C-4607-B1E3-FABBE584D74C}" presName="hierChild5" presStyleCnt="0"/>
      <dgm:spPr/>
      <dgm:t>
        <a:bodyPr/>
        <a:lstStyle/>
        <a:p>
          <a:endParaRPr lang="es-ES"/>
        </a:p>
      </dgm:t>
    </dgm:pt>
    <dgm:pt modelId="{C10B08D9-BF60-460B-AD05-69E478B402BF}" type="pres">
      <dgm:prSet presAssocID="{CFD3932A-F7EC-4ABD-89CA-1FC6AA93FD9B}" presName="hierChild3" presStyleCnt="0"/>
      <dgm:spPr/>
      <dgm:t>
        <a:bodyPr/>
        <a:lstStyle/>
        <a:p>
          <a:endParaRPr lang="es-ES"/>
        </a:p>
      </dgm:t>
    </dgm:pt>
  </dgm:ptLst>
  <dgm:cxnLst>
    <dgm:cxn modelId="{23A6C2C1-AB5C-41C4-93AC-B2AE11C85A5A}" type="presOf" srcId="{CFD3932A-F7EC-4ABD-89CA-1FC6AA93FD9B}" destId="{34520804-3251-4599-9E95-7A53F6F3C2C1}" srcOrd="0" destOrd="0" presId="urn:microsoft.com/office/officeart/2005/8/layout/orgChart1"/>
    <dgm:cxn modelId="{C950A0B9-B1E1-4D60-AF7D-D0ED11884355}" type="presOf" srcId="{21241C85-8B28-4212-912F-8ADE1BDA3062}" destId="{7740E838-E680-46FB-A641-360BAF22742A}" srcOrd="1" destOrd="0" presId="urn:microsoft.com/office/officeart/2005/8/layout/orgChart1"/>
    <dgm:cxn modelId="{5397E2ED-9018-4453-A443-D953F8007B1A}" type="presOf" srcId="{E477609D-FDCC-4DD2-82C0-CB60A68E401A}" destId="{7F395731-FC67-4DCF-B085-7DEFCB4F2049}" srcOrd="0" destOrd="0" presId="urn:microsoft.com/office/officeart/2005/8/layout/orgChart1"/>
    <dgm:cxn modelId="{20742D7D-59A6-4EB3-8D98-DE9BC41D6436}" type="presOf" srcId="{16920603-DE40-43FD-93EA-208272DCE354}" destId="{00B17FBF-1208-4676-BAB4-71279C477C1C}" srcOrd="0" destOrd="0" presId="urn:microsoft.com/office/officeart/2005/8/layout/orgChart1"/>
    <dgm:cxn modelId="{D009460E-98E7-4994-99D8-C50136B4CCC4}" type="presOf" srcId="{224CC8B8-D485-484D-9980-10D5D268916A}" destId="{59BB1EBD-D40E-4D07-B1BB-5255ED34A668}" srcOrd="1" destOrd="0" presId="urn:microsoft.com/office/officeart/2005/8/layout/orgChart1"/>
    <dgm:cxn modelId="{2A310BDD-FCE9-4701-97C2-986CB901D568}" type="presOf" srcId="{21241C85-8B28-4212-912F-8ADE1BDA3062}" destId="{808432FC-A38E-4738-A6AA-A8B559A6C594}" srcOrd="0" destOrd="0" presId="urn:microsoft.com/office/officeart/2005/8/layout/orgChart1"/>
    <dgm:cxn modelId="{41D1E283-37C9-49E4-97E8-31ECDC3D36C4}" type="presOf" srcId="{4DD77933-0C48-4096-BCB2-5A1F43BF5040}" destId="{B040283A-546D-419F-934E-1025EF784593}" srcOrd="1" destOrd="0" presId="urn:microsoft.com/office/officeart/2005/8/layout/orgChart1"/>
    <dgm:cxn modelId="{275CF5CF-9BB9-459C-987F-C73AF6FFC32E}" srcId="{97DE1B7E-693C-4607-B1E3-FABBE584D74C}" destId="{CD8213F7-4AC9-47A3-B527-46457BC504EF}" srcOrd="0" destOrd="0" parTransId="{16920603-DE40-43FD-93EA-208272DCE354}" sibTransId="{9B105E51-FC0B-4D04-B21B-D59504CA75BC}"/>
    <dgm:cxn modelId="{228EB6E2-21CC-4AAA-BC32-55B01A43AD9F}" srcId="{CF8028CA-2195-4763-8F6B-6DFDE557CE80}" destId="{2EBD3D64-B915-4913-B00E-4F60F8A96B3D}" srcOrd="0" destOrd="0" parTransId="{E477609D-FDCC-4DD2-82C0-CB60A68E401A}" sibTransId="{1C928AE5-96A7-4BD8-8CE5-C5B592CE676A}"/>
    <dgm:cxn modelId="{AE71AC15-0040-416D-9750-8BC1873AD191}" type="presOf" srcId="{5C8F6D3E-99C3-4D65-B0A1-7992C17BF1F3}" destId="{937D17AF-D7D6-42FC-BF67-78631B7E2213}" srcOrd="0" destOrd="0" presId="urn:microsoft.com/office/officeart/2005/8/layout/orgChart1"/>
    <dgm:cxn modelId="{AAE39E9C-8D49-441D-AFED-A671A288AD1D}" srcId="{21241C85-8B28-4212-912F-8ADE1BDA3062}" destId="{4DD77933-0C48-4096-BCB2-5A1F43BF5040}" srcOrd="0" destOrd="0" parTransId="{E94E1B42-D817-4959-9A28-AE27C9EE2736}" sibTransId="{0B4931AB-4753-47F3-87B5-0D4669788FCF}"/>
    <dgm:cxn modelId="{B3267B37-9867-46E2-8AA6-0FE176DC99CC}" type="presOf" srcId="{88DC3B29-6B52-4AF4-95FE-82D70E12DF8E}" destId="{DAAD74AD-0894-42E3-8A24-85020E5B8D88}" srcOrd="0" destOrd="0" presId="urn:microsoft.com/office/officeart/2005/8/layout/orgChart1"/>
    <dgm:cxn modelId="{1B183566-8A38-4664-9780-0F78075A3474}" type="presOf" srcId="{4DD77933-0C48-4096-BCB2-5A1F43BF5040}" destId="{85E41ED6-0859-4DCA-952C-D1EB1AAD8CA9}" srcOrd="0" destOrd="0" presId="urn:microsoft.com/office/officeart/2005/8/layout/orgChart1"/>
    <dgm:cxn modelId="{8EB092A7-E61D-461E-BB5A-84B8F88B9CDC}" srcId="{D2FB86C8-6B44-42B7-9507-CC4C536C26E9}" destId="{CFD3932A-F7EC-4ABD-89CA-1FC6AA93FD9B}" srcOrd="0" destOrd="0" parTransId="{9A7931F8-22A2-49FD-B415-56A819AE2BC7}" sibTransId="{90FBD2F4-255F-4884-B65F-A2DFEA3A53BC}"/>
    <dgm:cxn modelId="{94B3EB84-9C0B-4454-A0C8-00C61FEEBBD7}" srcId="{CFD3932A-F7EC-4ABD-89CA-1FC6AA93FD9B}" destId="{21241C85-8B28-4212-912F-8ADE1BDA3062}" srcOrd="1" destOrd="0" parTransId="{DD9357F0-F3B8-48DB-AA19-D134F1BFFB49}" sibTransId="{0411F8ED-C5A7-4DF3-8394-2BB783E18F6C}"/>
    <dgm:cxn modelId="{FF5A1054-5FCB-47B1-A081-B316F1B2CE10}" type="presOf" srcId="{C863BE93-20B0-480A-B8C7-B76761F6C8F5}" destId="{6D96E52B-E383-432F-AA0E-225DDDB59626}" srcOrd="0" destOrd="0" presId="urn:microsoft.com/office/officeart/2005/8/layout/orgChart1"/>
    <dgm:cxn modelId="{AC48B1C7-7726-4822-9749-9DCAE89E4616}" type="presOf" srcId="{2EBD3D64-B915-4913-B00E-4F60F8A96B3D}" destId="{5F6C78CD-C554-44E5-B42A-D0002E3425D6}" srcOrd="0" destOrd="0" presId="urn:microsoft.com/office/officeart/2005/8/layout/orgChart1"/>
    <dgm:cxn modelId="{88E22C81-E71E-4372-8BCA-58C5976EC051}" type="presOf" srcId="{CD8213F7-4AC9-47A3-B527-46457BC504EF}" destId="{2C448A0E-C5DB-4C11-98A2-404249CE9D1E}" srcOrd="1" destOrd="0" presId="urn:microsoft.com/office/officeart/2005/8/layout/orgChart1"/>
    <dgm:cxn modelId="{A79E8317-A5AE-4E9A-92DE-5DD437B87A7B}" type="presOf" srcId="{CF8028CA-2195-4763-8F6B-6DFDE557CE80}" destId="{9D43E297-DF9E-4250-897E-6A93A25E6FAC}" srcOrd="0" destOrd="0" presId="urn:microsoft.com/office/officeart/2005/8/layout/orgChart1"/>
    <dgm:cxn modelId="{FA975D2B-1CB8-46D7-85CA-9649778DBEB4}" type="presOf" srcId="{97DE1B7E-693C-4607-B1E3-FABBE584D74C}" destId="{412FC457-9B4D-4A13-A03A-9B70E3BDDD0C}" srcOrd="0" destOrd="0" presId="urn:microsoft.com/office/officeart/2005/8/layout/orgChart1"/>
    <dgm:cxn modelId="{3499CFD3-D1CB-406A-BB6E-2C0B23AF169E}" srcId="{21241C85-8B28-4212-912F-8ADE1BDA3062}" destId="{C863BE93-20B0-480A-B8C7-B76761F6C8F5}" srcOrd="1" destOrd="0" parTransId="{8F41D231-A83E-4E03-9620-B6DF6D4EC4ED}" sibTransId="{0E5EE59E-7DA1-4BD1-B6EC-8D5A12FD93C2}"/>
    <dgm:cxn modelId="{6C06E648-1E95-43E9-BD41-F712385FB67F}" type="presOf" srcId="{224CC8B8-D485-484D-9980-10D5D268916A}" destId="{CB017756-1B4A-4878-AF2E-633DC5C07473}" srcOrd="0" destOrd="0" presId="urn:microsoft.com/office/officeart/2005/8/layout/orgChart1"/>
    <dgm:cxn modelId="{9E5A881F-C492-4550-8FC0-ADE59745EAE1}" srcId="{CFD3932A-F7EC-4ABD-89CA-1FC6AA93FD9B}" destId="{97DE1B7E-693C-4607-B1E3-FABBE584D74C}" srcOrd="2" destOrd="0" parTransId="{5C8F6D3E-99C3-4D65-B0A1-7992C17BF1F3}" sibTransId="{9C800A19-DED6-4E87-8F7F-FA6C1325DEBD}"/>
    <dgm:cxn modelId="{161EA62B-4509-4EA4-8042-DF6A2C0943C6}" type="presOf" srcId="{E94E1B42-D817-4959-9A28-AE27C9EE2736}" destId="{DFCF46BB-9AC6-4392-A5A5-DA6766DB548D}" srcOrd="0" destOrd="0" presId="urn:microsoft.com/office/officeart/2005/8/layout/orgChart1"/>
    <dgm:cxn modelId="{352478AA-60F0-4191-92F5-D51C15C70149}" srcId="{CFD3932A-F7EC-4ABD-89CA-1FC6AA93FD9B}" destId="{CF8028CA-2195-4763-8F6B-6DFDE557CE80}" srcOrd="0" destOrd="0" parTransId="{88DC3B29-6B52-4AF4-95FE-82D70E12DF8E}" sibTransId="{C781CFBE-753A-40BB-A440-BF3DF399F0CF}"/>
    <dgm:cxn modelId="{52E923CD-8A3D-46AF-93EB-A2247A430D89}" type="presOf" srcId="{CD8213F7-4AC9-47A3-B527-46457BC504EF}" destId="{9D91FC49-EF0D-4678-A44B-0355C79D1D83}" srcOrd="0" destOrd="0" presId="urn:microsoft.com/office/officeart/2005/8/layout/orgChart1"/>
    <dgm:cxn modelId="{4D4A4EE9-7B94-4B89-AA4B-080B7E32676F}" type="presOf" srcId="{CF8028CA-2195-4763-8F6B-6DFDE557CE80}" destId="{024854B0-1B0C-4719-914E-4BE150C95BBC}" srcOrd="1" destOrd="0" presId="urn:microsoft.com/office/officeart/2005/8/layout/orgChart1"/>
    <dgm:cxn modelId="{60D1876A-407B-4711-B795-C458BD6D752B}" type="presOf" srcId="{B907F17F-72C9-4B7F-8A08-120F6B8B75F6}" destId="{0056AD2E-92EC-43BD-9F50-3044ABF529A2}" srcOrd="0" destOrd="0" presId="urn:microsoft.com/office/officeart/2005/8/layout/orgChart1"/>
    <dgm:cxn modelId="{83039179-C5FC-47FD-86B8-E30A0200B220}" type="presOf" srcId="{CFD3932A-F7EC-4ABD-89CA-1FC6AA93FD9B}" destId="{ECD58994-6C08-4C9C-9427-100E48C07034}" srcOrd="1" destOrd="0" presId="urn:microsoft.com/office/officeart/2005/8/layout/orgChart1"/>
    <dgm:cxn modelId="{41AEE7E6-A886-4B4F-AAE5-CD09D2064D9A}" type="presOf" srcId="{2EBD3D64-B915-4913-B00E-4F60F8A96B3D}" destId="{3CACF5AF-4F55-434E-ABBF-8F5C916486D0}" srcOrd="1" destOrd="0" presId="urn:microsoft.com/office/officeart/2005/8/layout/orgChart1"/>
    <dgm:cxn modelId="{E643FE4A-7C43-43EF-B28E-A4FC06CAFAF0}" type="presOf" srcId="{97DE1B7E-693C-4607-B1E3-FABBE584D74C}" destId="{C13BDB14-D9E9-47A6-A3E5-F00BD1D9510B}" srcOrd="1" destOrd="0" presId="urn:microsoft.com/office/officeart/2005/8/layout/orgChart1"/>
    <dgm:cxn modelId="{A697BD58-76D4-4923-A4FF-5131A916330D}" type="presOf" srcId="{C863BE93-20B0-480A-B8C7-B76761F6C8F5}" destId="{55951C23-2C49-4F19-A30E-370BC9675319}" srcOrd="1" destOrd="0" presId="urn:microsoft.com/office/officeart/2005/8/layout/orgChart1"/>
    <dgm:cxn modelId="{B017836D-142D-4479-AD83-BB37201BBED9}" srcId="{97DE1B7E-693C-4607-B1E3-FABBE584D74C}" destId="{224CC8B8-D485-484D-9980-10D5D268916A}" srcOrd="1" destOrd="0" parTransId="{B907F17F-72C9-4B7F-8A08-120F6B8B75F6}" sibTransId="{E3432AB9-5F7E-486E-8EB0-905B62DE096C}"/>
    <dgm:cxn modelId="{8552D865-6B40-4526-A384-7FD66852B7C9}" type="presOf" srcId="{8F41D231-A83E-4E03-9620-B6DF6D4EC4ED}" destId="{08AF699A-143C-4105-A626-DCD02FAF2ABF}" srcOrd="0" destOrd="0" presId="urn:microsoft.com/office/officeart/2005/8/layout/orgChart1"/>
    <dgm:cxn modelId="{4FB32E6B-FBD7-4C08-9776-59A2E46130A9}" type="presOf" srcId="{D2FB86C8-6B44-42B7-9507-CC4C536C26E9}" destId="{E500B84F-5E82-4B53-945A-8AE526F52092}" srcOrd="0" destOrd="0" presId="urn:microsoft.com/office/officeart/2005/8/layout/orgChart1"/>
    <dgm:cxn modelId="{70AB4D3A-F752-4DF2-8068-03908264DC25}" type="presOf" srcId="{DD9357F0-F3B8-48DB-AA19-D134F1BFFB49}" destId="{38D8E4EB-7D0F-4549-8F63-6FED5450D6B3}" srcOrd="0" destOrd="0" presId="urn:microsoft.com/office/officeart/2005/8/layout/orgChart1"/>
    <dgm:cxn modelId="{589E4382-FC93-4A69-BCAF-90C57DD76869}" type="presParOf" srcId="{E500B84F-5E82-4B53-945A-8AE526F52092}" destId="{DC9D9E0A-7B30-441A-80D0-01D323D6840E}" srcOrd="0" destOrd="0" presId="urn:microsoft.com/office/officeart/2005/8/layout/orgChart1"/>
    <dgm:cxn modelId="{F71B8D9A-BDF3-42F1-B8A2-4EFB66678351}" type="presParOf" srcId="{DC9D9E0A-7B30-441A-80D0-01D323D6840E}" destId="{17F80941-54F6-4EE8-BD52-C7BC4DDF80F8}" srcOrd="0" destOrd="0" presId="urn:microsoft.com/office/officeart/2005/8/layout/orgChart1"/>
    <dgm:cxn modelId="{620E6453-EEC1-45BD-BCDA-BE1395188413}" type="presParOf" srcId="{17F80941-54F6-4EE8-BD52-C7BC4DDF80F8}" destId="{34520804-3251-4599-9E95-7A53F6F3C2C1}" srcOrd="0" destOrd="0" presId="urn:microsoft.com/office/officeart/2005/8/layout/orgChart1"/>
    <dgm:cxn modelId="{04950B0E-653B-446E-B4A1-22CB154FCE62}" type="presParOf" srcId="{17F80941-54F6-4EE8-BD52-C7BC4DDF80F8}" destId="{ECD58994-6C08-4C9C-9427-100E48C07034}" srcOrd="1" destOrd="0" presId="urn:microsoft.com/office/officeart/2005/8/layout/orgChart1"/>
    <dgm:cxn modelId="{F8A5F649-C49D-4581-B1D3-7A73D9CA97E6}" type="presParOf" srcId="{DC9D9E0A-7B30-441A-80D0-01D323D6840E}" destId="{0FAAE27E-C5E0-49D6-88CE-6056A04408F3}" srcOrd="1" destOrd="0" presId="urn:microsoft.com/office/officeart/2005/8/layout/orgChart1"/>
    <dgm:cxn modelId="{05F655A2-35F8-405A-B7AD-E57D76AB10C2}" type="presParOf" srcId="{0FAAE27E-C5E0-49D6-88CE-6056A04408F3}" destId="{DAAD74AD-0894-42E3-8A24-85020E5B8D88}" srcOrd="0" destOrd="0" presId="urn:microsoft.com/office/officeart/2005/8/layout/orgChart1"/>
    <dgm:cxn modelId="{3E5C7680-7BC8-473C-A46C-8553F1922718}" type="presParOf" srcId="{0FAAE27E-C5E0-49D6-88CE-6056A04408F3}" destId="{43AA16F3-7756-477D-A3F3-DDBEE6E1EC53}" srcOrd="1" destOrd="0" presId="urn:microsoft.com/office/officeart/2005/8/layout/orgChart1"/>
    <dgm:cxn modelId="{D348F354-63D7-48C8-93C4-40A2E63C2099}" type="presParOf" srcId="{43AA16F3-7756-477D-A3F3-DDBEE6E1EC53}" destId="{1F918B1E-C9AC-4013-ADC3-243717701AE8}" srcOrd="0" destOrd="0" presId="urn:microsoft.com/office/officeart/2005/8/layout/orgChart1"/>
    <dgm:cxn modelId="{99C537B5-8838-414F-84AF-E50BBE1E5E38}" type="presParOf" srcId="{1F918B1E-C9AC-4013-ADC3-243717701AE8}" destId="{9D43E297-DF9E-4250-897E-6A93A25E6FAC}" srcOrd="0" destOrd="0" presId="urn:microsoft.com/office/officeart/2005/8/layout/orgChart1"/>
    <dgm:cxn modelId="{691CB6E8-7425-4E96-8FAD-E328944624D7}" type="presParOf" srcId="{1F918B1E-C9AC-4013-ADC3-243717701AE8}" destId="{024854B0-1B0C-4719-914E-4BE150C95BBC}" srcOrd="1" destOrd="0" presId="urn:microsoft.com/office/officeart/2005/8/layout/orgChart1"/>
    <dgm:cxn modelId="{1E36493E-B2A6-4946-B5F9-161610ADAD6C}" type="presParOf" srcId="{43AA16F3-7756-477D-A3F3-DDBEE6E1EC53}" destId="{B50D22BD-8C56-4859-A4C9-B8728FB97153}" srcOrd="1" destOrd="0" presId="urn:microsoft.com/office/officeart/2005/8/layout/orgChart1"/>
    <dgm:cxn modelId="{91F290DD-EA5D-4FED-B510-3B825E8833E9}" type="presParOf" srcId="{B50D22BD-8C56-4859-A4C9-B8728FB97153}" destId="{7F395731-FC67-4DCF-B085-7DEFCB4F2049}" srcOrd="0" destOrd="0" presId="urn:microsoft.com/office/officeart/2005/8/layout/orgChart1"/>
    <dgm:cxn modelId="{3589CB74-7970-4BFA-A291-686B0097DD34}" type="presParOf" srcId="{B50D22BD-8C56-4859-A4C9-B8728FB97153}" destId="{469F9D5B-D8B0-4353-8595-747A01714443}" srcOrd="1" destOrd="0" presId="urn:microsoft.com/office/officeart/2005/8/layout/orgChart1"/>
    <dgm:cxn modelId="{BAA03C2A-057D-4B16-B3CF-CD3C58ADC8A9}" type="presParOf" srcId="{469F9D5B-D8B0-4353-8595-747A01714443}" destId="{2CC056F8-66C1-4CB2-A185-B2D70A211ED9}" srcOrd="0" destOrd="0" presId="urn:microsoft.com/office/officeart/2005/8/layout/orgChart1"/>
    <dgm:cxn modelId="{AB187615-AEB3-4BA9-929B-243F0DFBAB1D}" type="presParOf" srcId="{2CC056F8-66C1-4CB2-A185-B2D70A211ED9}" destId="{5F6C78CD-C554-44E5-B42A-D0002E3425D6}" srcOrd="0" destOrd="0" presId="urn:microsoft.com/office/officeart/2005/8/layout/orgChart1"/>
    <dgm:cxn modelId="{551D97BF-E73E-4F14-8833-3F65F4B5FDB5}" type="presParOf" srcId="{2CC056F8-66C1-4CB2-A185-B2D70A211ED9}" destId="{3CACF5AF-4F55-434E-ABBF-8F5C916486D0}" srcOrd="1" destOrd="0" presId="urn:microsoft.com/office/officeart/2005/8/layout/orgChart1"/>
    <dgm:cxn modelId="{83C9E4C1-95AC-4340-A7AC-819CB11D9EC5}" type="presParOf" srcId="{469F9D5B-D8B0-4353-8595-747A01714443}" destId="{96607888-E98D-4C9B-AF32-474FBF7DD886}" srcOrd="1" destOrd="0" presId="urn:microsoft.com/office/officeart/2005/8/layout/orgChart1"/>
    <dgm:cxn modelId="{2BE58FE8-89F0-499C-AEE2-F40D184FA031}" type="presParOf" srcId="{469F9D5B-D8B0-4353-8595-747A01714443}" destId="{A4FCCF19-B392-43CC-B6C6-67DCA509C206}" srcOrd="2" destOrd="0" presId="urn:microsoft.com/office/officeart/2005/8/layout/orgChart1"/>
    <dgm:cxn modelId="{06BD70BE-C79C-4FA4-97F1-9CCC2834DA30}" type="presParOf" srcId="{43AA16F3-7756-477D-A3F3-DDBEE6E1EC53}" destId="{EF824B7E-5033-4576-AF8E-B429D613550D}" srcOrd="2" destOrd="0" presId="urn:microsoft.com/office/officeart/2005/8/layout/orgChart1"/>
    <dgm:cxn modelId="{5A77654F-F669-448A-B6A3-CF9B8684CDA7}" type="presParOf" srcId="{0FAAE27E-C5E0-49D6-88CE-6056A04408F3}" destId="{38D8E4EB-7D0F-4549-8F63-6FED5450D6B3}" srcOrd="2" destOrd="0" presId="urn:microsoft.com/office/officeart/2005/8/layout/orgChart1"/>
    <dgm:cxn modelId="{92EA85B9-8342-4527-AB77-5F72540C6434}" type="presParOf" srcId="{0FAAE27E-C5E0-49D6-88CE-6056A04408F3}" destId="{42A31DD7-117D-4096-8885-0DDE68D8EA14}" srcOrd="3" destOrd="0" presId="urn:microsoft.com/office/officeart/2005/8/layout/orgChart1"/>
    <dgm:cxn modelId="{A26FFC01-16F7-42AA-92DF-A09AFFB394EF}" type="presParOf" srcId="{42A31DD7-117D-4096-8885-0DDE68D8EA14}" destId="{5824CF10-EFE0-491F-828A-E79A87160FEC}" srcOrd="0" destOrd="0" presId="urn:microsoft.com/office/officeart/2005/8/layout/orgChart1"/>
    <dgm:cxn modelId="{15CB9129-45B6-4D9C-8104-D9C4EA9D6B16}" type="presParOf" srcId="{5824CF10-EFE0-491F-828A-E79A87160FEC}" destId="{808432FC-A38E-4738-A6AA-A8B559A6C594}" srcOrd="0" destOrd="0" presId="urn:microsoft.com/office/officeart/2005/8/layout/orgChart1"/>
    <dgm:cxn modelId="{A63052CA-C02F-4E10-B4B6-C03AA8B3B3C5}" type="presParOf" srcId="{5824CF10-EFE0-491F-828A-E79A87160FEC}" destId="{7740E838-E680-46FB-A641-360BAF22742A}" srcOrd="1" destOrd="0" presId="urn:microsoft.com/office/officeart/2005/8/layout/orgChart1"/>
    <dgm:cxn modelId="{6F53CA22-7EBD-405B-96E7-D11C1801597C}" type="presParOf" srcId="{42A31DD7-117D-4096-8885-0DDE68D8EA14}" destId="{2768BFE3-CC15-4174-848F-4E495BCE1FF4}" srcOrd="1" destOrd="0" presId="urn:microsoft.com/office/officeart/2005/8/layout/orgChart1"/>
    <dgm:cxn modelId="{AC99CC70-E2D3-422D-A847-3EADBDC4E00E}" type="presParOf" srcId="{2768BFE3-CC15-4174-848F-4E495BCE1FF4}" destId="{DFCF46BB-9AC6-4392-A5A5-DA6766DB548D}" srcOrd="0" destOrd="0" presId="urn:microsoft.com/office/officeart/2005/8/layout/orgChart1"/>
    <dgm:cxn modelId="{C59C544D-AE6E-4ED0-BB76-2321626C4143}" type="presParOf" srcId="{2768BFE3-CC15-4174-848F-4E495BCE1FF4}" destId="{6C947F42-74B4-4103-9215-274252A613D2}" srcOrd="1" destOrd="0" presId="urn:microsoft.com/office/officeart/2005/8/layout/orgChart1"/>
    <dgm:cxn modelId="{44613674-64CB-49DA-91A9-97A2A256B670}" type="presParOf" srcId="{6C947F42-74B4-4103-9215-274252A613D2}" destId="{EBD3B32D-3211-4B6F-9368-A22497A455E5}" srcOrd="0" destOrd="0" presId="urn:microsoft.com/office/officeart/2005/8/layout/orgChart1"/>
    <dgm:cxn modelId="{49E3F0FC-A56B-4066-B825-86AF0AD454E5}" type="presParOf" srcId="{EBD3B32D-3211-4B6F-9368-A22497A455E5}" destId="{85E41ED6-0859-4DCA-952C-D1EB1AAD8CA9}" srcOrd="0" destOrd="0" presId="urn:microsoft.com/office/officeart/2005/8/layout/orgChart1"/>
    <dgm:cxn modelId="{CB8CEA74-F2D2-4E10-9B0F-C5CFADCADBAE}" type="presParOf" srcId="{EBD3B32D-3211-4B6F-9368-A22497A455E5}" destId="{B040283A-546D-419F-934E-1025EF784593}" srcOrd="1" destOrd="0" presId="urn:microsoft.com/office/officeart/2005/8/layout/orgChart1"/>
    <dgm:cxn modelId="{0C58EA83-1CF7-41C9-8B5B-0E15842336F3}" type="presParOf" srcId="{6C947F42-74B4-4103-9215-274252A613D2}" destId="{6DF59E59-CA7D-4D39-9DD9-7B9D4A93F2F8}" srcOrd="1" destOrd="0" presId="urn:microsoft.com/office/officeart/2005/8/layout/orgChart1"/>
    <dgm:cxn modelId="{1F5F02A9-9B98-4A5B-892A-4F8801749C72}" type="presParOf" srcId="{6C947F42-74B4-4103-9215-274252A613D2}" destId="{4BE7FE88-0A5B-49F3-AC6B-3D9F781BCF1F}" srcOrd="2" destOrd="0" presId="urn:microsoft.com/office/officeart/2005/8/layout/orgChart1"/>
    <dgm:cxn modelId="{D85C588C-642F-43D2-AE6A-4DF161BD9C9B}" type="presParOf" srcId="{2768BFE3-CC15-4174-848F-4E495BCE1FF4}" destId="{08AF699A-143C-4105-A626-DCD02FAF2ABF}" srcOrd="2" destOrd="0" presId="urn:microsoft.com/office/officeart/2005/8/layout/orgChart1"/>
    <dgm:cxn modelId="{E9A2D5DC-BAA1-49BC-A48E-87B1BD5AA3CC}" type="presParOf" srcId="{2768BFE3-CC15-4174-848F-4E495BCE1FF4}" destId="{3E3123F6-6BE5-417B-84C6-334C7260051F}" srcOrd="3" destOrd="0" presId="urn:microsoft.com/office/officeart/2005/8/layout/orgChart1"/>
    <dgm:cxn modelId="{CACA7387-FE78-4ACB-BACD-A00A5C8E23B9}" type="presParOf" srcId="{3E3123F6-6BE5-417B-84C6-334C7260051F}" destId="{3991C8F2-4559-4BAD-BBEA-66E36C1CE07A}" srcOrd="0" destOrd="0" presId="urn:microsoft.com/office/officeart/2005/8/layout/orgChart1"/>
    <dgm:cxn modelId="{5F13F48D-F2C3-457F-A433-BDC6B2AD486E}" type="presParOf" srcId="{3991C8F2-4559-4BAD-BBEA-66E36C1CE07A}" destId="{6D96E52B-E383-432F-AA0E-225DDDB59626}" srcOrd="0" destOrd="0" presId="urn:microsoft.com/office/officeart/2005/8/layout/orgChart1"/>
    <dgm:cxn modelId="{0AC741C5-6D24-488C-AE30-EFEF5CA094AA}" type="presParOf" srcId="{3991C8F2-4559-4BAD-BBEA-66E36C1CE07A}" destId="{55951C23-2C49-4F19-A30E-370BC9675319}" srcOrd="1" destOrd="0" presId="urn:microsoft.com/office/officeart/2005/8/layout/orgChart1"/>
    <dgm:cxn modelId="{D8B00044-CA30-45EF-A693-EEEFD1CBC4A8}" type="presParOf" srcId="{3E3123F6-6BE5-417B-84C6-334C7260051F}" destId="{906B30A8-9D09-4663-9A7D-E3CB5D04866C}" srcOrd="1" destOrd="0" presId="urn:microsoft.com/office/officeart/2005/8/layout/orgChart1"/>
    <dgm:cxn modelId="{E6D1501E-1DAA-4EB0-B998-EBD953442148}" type="presParOf" srcId="{3E3123F6-6BE5-417B-84C6-334C7260051F}" destId="{AF744386-8A4B-4E7F-A4F6-4D8FE4DBA8B7}" srcOrd="2" destOrd="0" presId="urn:microsoft.com/office/officeart/2005/8/layout/orgChart1"/>
    <dgm:cxn modelId="{18C29D34-B876-4926-81C2-C6B07CB36C82}" type="presParOf" srcId="{42A31DD7-117D-4096-8885-0DDE68D8EA14}" destId="{2CFDCB58-34D3-4EF2-9BF0-871B3AC81094}" srcOrd="2" destOrd="0" presId="urn:microsoft.com/office/officeart/2005/8/layout/orgChart1"/>
    <dgm:cxn modelId="{F7290466-1C33-4411-B558-E49CBA262D4E}" type="presParOf" srcId="{0FAAE27E-C5E0-49D6-88CE-6056A04408F3}" destId="{937D17AF-D7D6-42FC-BF67-78631B7E2213}" srcOrd="4" destOrd="0" presId="urn:microsoft.com/office/officeart/2005/8/layout/orgChart1"/>
    <dgm:cxn modelId="{03111078-BB73-4529-81B1-54C0919B390C}" type="presParOf" srcId="{0FAAE27E-C5E0-49D6-88CE-6056A04408F3}" destId="{BCB8B010-BEC2-4167-9B2B-6ED1963797D6}" srcOrd="5" destOrd="0" presId="urn:microsoft.com/office/officeart/2005/8/layout/orgChart1"/>
    <dgm:cxn modelId="{45D500EF-6747-4A69-B225-7BBF17FEF28E}" type="presParOf" srcId="{BCB8B010-BEC2-4167-9B2B-6ED1963797D6}" destId="{302D777A-84C6-4781-A5E8-29F5AFDDAB4E}" srcOrd="0" destOrd="0" presId="urn:microsoft.com/office/officeart/2005/8/layout/orgChart1"/>
    <dgm:cxn modelId="{BEA89D70-C15E-4865-A881-298C47C79C26}" type="presParOf" srcId="{302D777A-84C6-4781-A5E8-29F5AFDDAB4E}" destId="{412FC457-9B4D-4A13-A03A-9B70E3BDDD0C}" srcOrd="0" destOrd="0" presId="urn:microsoft.com/office/officeart/2005/8/layout/orgChart1"/>
    <dgm:cxn modelId="{58702E65-5E70-4461-A1B2-F1F1A09BFAB2}" type="presParOf" srcId="{302D777A-84C6-4781-A5E8-29F5AFDDAB4E}" destId="{C13BDB14-D9E9-47A6-A3E5-F00BD1D9510B}" srcOrd="1" destOrd="0" presId="urn:microsoft.com/office/officeart/2005/8/layout/orgChart1"/>
    <dgm:cxn modelId="{4A0832EB-D616-4537-9EC2-CAC547728D57}" type="presParOf" srcId="{BCB8B010-BEC2-4167-9B2B-6ED1963797D6}" destId="{1A6FEF09-0C4C-4B67-91FA-0A9B93EB7E05}" srcOrd="1" destOrd="0" presId="urn:microsoft.com/office/officeart/2005/8/layout/orgChart1"/>
    <dgm:cxn modelId="{05150CB1-2400-4691-8C4B-FDD5DD975C7D}" type="presParOf" srcId="{1A6FEF09-0C4C-4B67-91FA-0A9B93EB7E05}" destId="{00B17FBF-1208-4676-BAB4-71279C477C1C}" srcOrd="0" destOrd="0" presId="urn:microsoft.com/office/officeart/2005/8/layout/orgChart1"/>
    <dgm:cxn modelId="{0E4F96ED-44BD-4614-BBBF-F22299D28F42}" type="presParOf" srcId="{1A6FEF09-0C4C-4B67-91FA-0A9B93EB7E05}" destId="{E13C6F27-331F-4758-97B8-5BEE86311444}" srcOrd="1" destOrd="0" presId="urn:microsoft.com/office/officeart/2005/8/layout/orgChart1"/>
    <dgm:cxn modelId="{82062346-E8BC-4E88-BFC0-25DC6F0A2C6D}" type="presParOf" srcId="{E13C6F27-331F-4758-97B8-5BEE86311444}" destId="{A5E18CF6-A969-4CA1-8FC0-84A4ADE0CB7C}" srcOrd="0" destOrd="0" presId="urn:microsoft.com/office/officeart/2005/8/layout/orgChart1"/>
    <dgm:cxn modelId="{945B70B0-4FAC-44A3-B6D1-E6ED4540932B}" type="presParOf" srcId="{A5E18CF6-A969-4CA1-8FC0-84A4ADE0CB7C}" destId="{9D91FC49-EF0D-4678-A44B-0355C79D1D83}" srcOrd="0" destOrd="0" presId="urn:microsoft.com/office/officeart/2005/8/layout/orgChart1"/>
    <dgm:cxn modelId="{BF76A821-4BD7-4BCC-8D4E-0922D046F86B}" type="presParOf" srcId="{A5E18CF6-A969-4CA1-8FC0-84A4ADE0CB7C}" destId="{2C448A0E-C5DB-4C11-98A2-404249CE9D1E}" srcOrd="1" destOrd="0" presId="urn:microsoft.com/office/officeart/2005/8/layout/orgChart1"/>
    <dgm:cxn modelId="{1920AA3C-98CB-43DE-8C67-2903F3675111}" type="presParOf" srcId="{E13C6F27-331F-4758-97B8-5BEE86311444}" destId="{AF7DF725-513C-43DC-B423-69FC2AE745D9}" srcOrd="1" destOrd="0" presId="urn:microsoft.com/office/officeart/2005/8/layout/orgChart1"/>
    <dgm:cxn modelId="{D0E46108-7C4F-4447-930A-41E022E14CA8}" type="presParOf" srcId="{E13C6F27-331F-4758-97B8-5BEE86311444}" destId="{AB86C2D1-7E64-4FF5-9A78-29AC9B6A8B1F}" srcOrd="2" destOrd="0" presId="urn:microsoft.com/office/officeart/2005/8/layout/orgChart1"/>
    <dgm:cxn modelId="{66903B67-5C26-4714-A2FF-AC1AB80088FE}" type="presParOf" srcId="{1A6FEF09-0C4C-4B67-91FA-0A9B93EB7E05}" destId="{0056AD2E-92EC-43BD-9F50-3044ABF529A2}" srcOrd="2" destOrd="0" presId="urn:microsoft.com/office/officeart/2005/8/layout/orgChart1"/>
    <dgm:cxn modelId="{F94FA4B2-63CA-4724-B090-5078928B4517}" type="presParOf" srcId="{1A6FEF09-0C4C-4B67-91FA-0A9B93EB7E05}" destId="{774DC957-FFAD-4BE7-94FA-FE556EDC47D1}" srcOrd="3" destOrd="0" presId="urn:microsoft.com/office/officeart/2005/8/layout/orgChart1"/>
    <dgm:cxn modelId="{0CFBA72C-D1BC-466A-8168-226BB07FD1FA}" type="presParOf" srcId="{774DC957-FFAD-4BE7-94FA-FE556EDC47D1}" destId="{D32AE2BC-FABB-4075-B9CD-A99441FAAB92}" srcOrd="0" destOrd="0" presId="urn:microsoft.com/office/officeart/2005/8/layout/orgChart1"/>
    <dgm:cxn modelId="{373DA71C-751F-41E3-9887-7FE44EC0C5B0}" type="presParOf" srcId="{D32AE2BC-FABB-4075-B9CD-A99441FAAB92}" destId="{CB017756-1B4A-4878-AF2E-633DC5C07473}" srcOrd="0" destOrd="0" presId="urn:microsoft.com/office/officeart/2005/8/layout/orgChart1"/>
    <dgm:cxn modelId="{898E267E-325F-4BF2-9D95-A2A061231829}" type="presParOf" srcId="{D32AE2BC-FABB-4075-B9CD-A99441FAAB92}" destId="{59BB1EBD-D40E-4D07-B1BB-5255ED34A668}" srcOrd="1" destOrd="0" presId="urn:microsoft.com/office/officeart/2005/8/layout/orgChart1"/>
    <dgm:cxn modelId="{A7FAA8ED-BBBA-4C88-9A8F-1405D7282143}" type="presParOf" srcId="{774DC957-FFAD-4BE7-94FA-FE556EDC47D1}" destId="{088D5D91-1DE9-4CC1-BAF8-D438C7930EC2}" srcOrd="1" destOrd="0" presId="urn:microsoft.com/office/officeart/2005/8/layout/orgChart1"/>
    <dgm:cxn modelId="{0C310A37-8826-4F18-B03F-99CD7AA2CEFD}" type="presParOf" srcId="{774DC957-FFAD-4BE7-94FA-FE556EDC47D1}" destId="{9DEEF97E-8DF2-4332-9A8C-09A863FFC832}" srcOrd="2" destOrd="0" presId="urn:microsoft.com/office/officeart/2005/8/layout/orgChart1"/>
    <dgm:cxn modelId="{1196C550-B00B-4016-8E94-B9ABD02B1D93}" type="presParOf" srcId="{BCB8B010-BEC2-4167-9B2B-6ED1963797D6}" destId="{179DA8C0-CC53-4741-9A13-440776960094}" srcOrd="2" destOrd="0" presId="urn:microsoft.com/office/officeart/2005/8/layout/orgChart1"/>
    <dgm:cxn modelId="{77D8D39C-53D4-453E-9A26-5A7A5C537AFE}" type="presParOf" srcId="{DC9D9E0A-7B30-441A-80D0-01D323D6840E}" destId="{C10B08D9-BF60-460B-AD05-69E478B402B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2FB86C8-6B44-42B7-9507-CC4C536C26E9}" type="doc">
      <dgm:prSet loTypeId="urn:microsoft.com/office/officeart/2005/8/layout/orgChart1" loCatId="hierarchy" qsTypeId="urn:microsoft.com/office/officeart/2005/8/quickstyle/simple1" qsCatId="simple" csTypeId="urn:microsoft.com/office/officeart/2005/8/colors/colorful4" csCatId="colorful" phldr="1"/>
      <dgm:spPr/>
      <dgm:t>
        <a:bodyPr/>
        <a:lstStyle/>
        <a:p>
          <a:endParaRPr lang="es-ES"/>
        </a:p>
      </dgm:t>
    </dgm:pt>
    <dgm:pt modelId="{CFD3932A-F7EC-4ABD-89CA-1FC6AA93FD9B}">
      <dgm:prSet phldrT="[Texto]" custT="1"/>
      <dgm:spPr/>
      <dgm:t>
        <a:bodyPr/>
        <a:lstStyle/>
        <a:p>
          <a:r>
            <a:rPr lang="es-ES" sz="1800" dirty="0" smtClean="0"/>
            <a:t>Proyecto de mejora de la comunicación intercultural en la UCM</a:t>
          </a:r>
          <a:endParaRPr lang="es-ES" sz="1800" dirty="0"/>
        </a:p>
      </dgm:t>
    </dgm:pt>
    <dgm:pt modelId="{9A7931F8-22A2-49FD-B415-56A819AE2BC7}" type="parTrans" cxnId="{8EB092A7-E61D-461E-BB5A-84B8F88B9CDC}">
      <dgm:prSet/>
      <dgm:spPr/>
      <dgm:t>
        <a:bodyPr/>
        <a:lstStyle/>
        <a:p>
          <a:endParaRPr lang="es-ES"/>
        </a:p>
      </dgm:t>
    </dgm:pt>
    <dgm:pt modelId="{90FBD2F4-255F-4884-B65F-A2DFEA3A53BC}" type="sibTrans" cxnId="{8EB092A7-E61D-461E-BB5A-84B8F88B9CDC}">
      <dgm:prSet/>
      <dgm:spPr/>
      <dgm:t>
        <a:bodyPr/>
        <a:lstStyle/>
        <a:p>
          <a:endParaRPr lang="es-ES"/>
        </a:p>
      </dgm:t>
    </dgm:pt>
    <dgm:pt modelId="{CF8028CA-2195-4763-8F6B-6DFDE557CE80}">
      <dgm:prSet phldrT="[Texto]" custT="1"/>
      <dgm:spPr/>
      <dgm:t>
        <a:bodyPr/>
        <a:lstStyle/>
        <a:p>
          <a:r>
            <a:rPr lang="es-ES" sz="1200" dirty="0" smtClean="0"/>
            <a:t>Programa de </a:t>
          </a:r>
          <a:r>
            <a:rPr lang="es-ES" sz="1200" dirty="0" err="1" smtClean="0"/>
            <a:t>mentoring</a:t>
          </a:r>
          <a:r>
            <a:rPr lang="es-ES" sz="1200" dirty="0" smtClean="0"/>
            <a:t>, con alumnos voluntarios.</a:t>
          </a:r>
          <a:endParaRPr lang="es-ES" sz="1200" dirty="0"/>
        </a:p>
      </dgm:t>
    </dgm:pt>
    <dgm:pt modelId="{88DC3B29-6B52-4AF4-95FE-82D70E12DF8E}" type="parTrans" cxnId="{352478AA-60F0-4191-92F5-D51C15C70149}">
      <dgm:prSet/>
      <dgm:spPr/>
      <dgm:t>
        <a:bodyPr/>
        <a:lstStyle/>
        <a:p>
          <a:endParaRPr lang="es-ES"/>
        </a:p>
      </dgm:t>
    </dgm:pt>
    <dgm:pt modelId="{C781CFBE-753A-40BB-A440-BF3DF399F0CF}" type="sibTrans" cxnId="{352478AA-60F0-4191-92F5-D51C15C70149}">
      <dgm:prSet/>
      <dgm:spPr/>
      <dgm:t>
        <a:bodyPr/>
        <a:lstStyle/>
        <a:p>
          <a:endParaRPr lang="es-ES"/>
        </a:p>
      </dgm:t>
    </dgm:pt>
    <dgm:pt modelId="{21241C85-8B28-4212-912F-8ADE1BDA3062}">
      <dgm:prSet phldrT="[Texto]" custT="1"/>
      <dgm:spPr/>
      <dgm:t>
        <a:bodyPr/>
        <a:lstStyle/>
        <a:p>
          <a:r>
            <a:rPr lang="es-ES" sz="1200" dirty="0" smtClean="0"/>
            <a:t>Fiestas y eventos interculturales</a:t>
          </a:r>
          <a:endParaRPr lang="es-ES" sz="1200" dirty="0"/>
        </a:p>
      </dgm:t>
    </dgm:pt>
    <dgm:pt modelId="{DD9357F0-F3B8-48DB-AA19-D134F1BFFB49}" type="parTrans" cxnId="{94B3EB84-9C0B-4454-A0C8-00C61FEEBBD7}">
      <dgm:prSet/>
      <dgm:spPr/>
      <dgm:t>
        <a:bodyPr/>
        <a:lstStyle/>
        <a:p>
          <a:endParaRPr lang="es-ES"/>
        </a:p>
      </dgm:t>
    </dgm:pt>
    <dgm:pt modelId="{0411F8ED-C5A7-4DF3-8394-2BB783E18F6C}" type="sibTrans" cxnId="{94B3EB84-9C0B-4454-A0C8-00C61FEEBBD7}">
      <dgm:prSet/>
      <dgm:spPr/>
      <dgm:t>
        <a:bodyPr/>
        <a:lstStyle/>
        <a:p>
          <a:endParaRPr lang="es-ES"/>
        </a:p>
      </dgm:t>
    </dgm:pt>
    <dgm:pt modelId="{4DD77933-0C48-4096-BCB2-5A1F43BF5040}">
      <dgm:prSet phldrT="[Texto]"/>
      <dgm:spPr/>
      <dgm:t>
        <a:bodyPr/>
        <a:lstStyle/>
        <a:p>
          <a:r>
            <a:rPr lang="es-ES" dirty="0" smtClean="0"/>
            <a:t>Por nacionalidades / culturas, los alumnos explican sus diferencias culturales, bajo el eje común de la comida y costumbres</a:t>
          </a:r>
          <a:endParaRPr lang="es-ES" dirty="0"/>
        </a:p>
      </dgm:t>
    </dgm:pt>
    <dgm:pt modelId="{E94E1B42-D817-4959-9A28-AE27C9EE2736}" type="parTrans" cxnId="{AAE39E9C-8D49-441D-AFED-A671A288AD1D}">
      <dgm:prSet/>
      <dgm:spPr/>
      <dgm:t>
        <a:bodyPr/>
        <a:lstStyle/>
        <a:p>
          <a:endParaRPr lang="es-ES"/>
        </a:p>
      </dgm:t>
    </dgm:pt>
    <dgm:pt modelId="{0B4931AB-4753-47F3-87B5-0D4669788FCF}" type="sibTrans" cxnId="{AAE39E9C-8D49-441D-AFED-A671A288AD1D}">
      <dgm:prSet/>
      <dgm:spPr/>
      <dgm:t>
        <a:bodyPr/>
        <a:lstStyle/>
        <a:p>
          <a:endParaRPr lang="es-ES"/>
        </a:p>
      </dgm:t>
    </dgm:pt>
    <dgm:pt modelId="{C863BE93-20B0-480A-B8C7-B76761F6C8F5}">
      <dgm:prSet phldrT="[Texto]"/>
      <dgm:spPr/>
      <dgm:t>
        <a:bodyPr/>
        <a:lstStyle/>
        <a:p>
          <a:r>
            <a:rPr lang="es-ES" dirty="0" smtClean="0"/>
            <a:t>Concursos tipo trivial de conocimiento intercultural (que se puede vincular al programa de </a:t>
          </a:r>
          <a:r>
            <a:rPr lang="es-ES" dirty="0" err="1" smtClean="0"/>
            <a:t>mentoring</a:t>
          </a:r>
          <a:r>
            <a:rPr lang="es-ES" dirty="0" smtClean="0"/>
            <a:t>)</a:t>
          </a:r>
          <a:endParaRPr lang="es-ES" dirty="0"/>
        </a:p>
      </dgm:t>
    </dgm:pt>
    <dgm:pt modelId="{8F41D231-A83E-4E03-9620-B6DF6D4EC4ED}" type="parTrans" cxnId="{3499CFD3-D1CB-406A-BB6E-2C0B23AF169E}">
      <dgm:prSet/>
      <dgm:spPr/>
      <dgm:t>
        <a:bodyPr/>
        <a:lstStyle/>
        <a:p>
          <a:endParaRPr lang="es-ES"/>
        </a:p>
      </dgm:t>
    </dgm:pt>
    <dgm:pt modelId="{0E5EE59E-7DA1-4BD1-B6EC-8D5A12FD93C2}" type="sibTrans" cxnId="{3499CFD3-D1CB-406A-BB6E-2C0B23AF169E}">
      <dgm:prSet/>
      <dgm:spPr/>
      <dgm:t>
        <a:bodyPr/>
        <a:lstStyle/>
        <a:p>
          <a:endParaRPr lang="es-ES"/>
        </a:p>
      </dgm:t>
    </dgm:pt>
    <dgm:pt modelId="{97DE1B7E-693C-4607-B1E3-FABBE584D74C}">
      <dgm:prSet phldrT="[Texto]" custT="1"/>
      <dgm:spPr/>
      <dgm:t>
        <a:bodyPr/>
        <a:lstStyle/>
        <a:p>
          <a:r>
            <a:rPr lang="es-ES" sz="1200" dirty="0" smtClean="0"/>
            <a:t>Guía de buenas prácticas</a:t>
          </a:r>
          <a:endParaRPr lang="es-ES" sz="1200" dirty="0"/>
        </a:p>
      </dgm:t>
    </dgm:pt>
    <dgm:pt modelId="{5C8F6D3E-99C3-4D65-B0A1-7992C17BF1F3}" type="parTrans" cxnId="{9E5A881F-C492-4550-8FC0-ADE59745EAE1}">
      <dgm:prSet/>
      <dgm:spPr/>
      <dgm:t>
        <a:bodyPr/>
        <a:lstStyle/>
        <a:p>
          <a:endParaRPr lang="es-ES"/>
        </a:p>
      </dgm:t>
    </dgm:pt>
    <dgm:pt modelId="{9C800A19-DED6-4E87-8F7F-FA6C1325DEBD}" type="sibTrans" cxnId="{9E5A881F-C492-4550-8FC0-ADE59745EAE1}">
      <dgm:prSet/>
      <dgm:spPr/>
      <dgm:t>
        <a:bodyPr/>
        <a:lstStyle/>
        <a:p>
          <a:endParaRPr lang="es-ES"/>
        </a:p>
      </dgm:t>
    </dgm:pt>
    <dgm:pt modelId="{CD8213F7-4AC9-47A3-B527-46457BC504EF}">
      <dgm:prSet phldrT="[Texto]"/>
      <dgm:spPr/>
      <dgm:t>
        <a:bodyPr/>
        <a:lstStyle/>
        <a:p>
          <a:r>
            <a:rPr lang="es-ES" dirty="0" smtClean="0"/>
            <a:t>Guía con recomendaciones para todos los colectivos involucrados (profesores, alumnos españoles y extranjeros, otro personal…)</a:t>
          </a:r>
        </a:p>
      </dgm:t>
    </dgm:pt>
    <dgm:pt modelId="{16920603-DE40-43FD-93EA-208272DCE354}" type="parTrans" cxnId="{275CF5CF-9BB9-459C-987F-C73AF6FFC32E}">
      <dgm:prSet/>
      <dgm:spPr/>
      <dgm:t>
        <a:bodyPr/>
        <a:lstStyle/>
        <a:p>
          <a:endParaRPr lang="es-ES"/>
        </a:p>
      </dgm:t>
    </dgm:pt>
    <dgm:pt modelId="{9B105E51-FC0B-4D04-B21B-D59504CA75BC}" type="sibTrans" cxnId="{275CF5CF-9BB9-459C-987F-C73AF6FFC32E}">
      <dgm:prSet/>
      <dgm:spPr/>
      <dgm:t>
        <a:bodyPr/>
        <a:lstStyle/>
        <a:p>
          <a:endParaRPr lang="es-ES"/>
        </a:p>
      </dgm:t>
    </dgm:pt>
    <dgm:pt modelId="{2EBD3D64-B915-4913-B00E-4F60F8A96B3D}">
      <dgm:prSet phldrT="[Texto]"/>
      <dgm:spPr/>
      <dgm:t>
        <a:bodyPr/>
        <a:lstStyle/>
        <a:p>
          <a:r>
            <a:rPr lang="es-ES" dirty="0" smtClean="0"/>
            <a:t>Intercambio cultural y lingüístico en </a:t>
          </a:r>
          <a:r>
            <a:rPr lang="es-ES" dirty="0" err="1" smtClean="0"/>
            <a:t>duos</a:t>
          </a:r>
          <a:r>
            <a:rPr lang="es-ES" dirty="0" smtClean="0"/>
            <a:t> o grupos pequeños</a:t>
          </a:r>
          <a:endParaRPr lang="es-ES" dirty="0"/>
        </a:p>
      </dgm:t>
    </dgm:pt>
    <dgm:pt modelId="{E477609D-FDCC-4DD2-82C0-CB60A68E401A}" type="parTrans" cxnId="{228EB6E2-21CC-4AAA-BC32-55B01A43AD9F}">
      <dgm:prSet/>
      <dgm:spPr/>
      <dgm:t>
        <a:bodyPr/>
        <a:lstStyle/>
        <a:p>
          <a:endParaRPr lang="es-ES"/>
        </a:p>
      </dgm:t>
    </dgm:pt>
    <dgm:pt modelId="{1C928AE5-96A7-4BD8-8CE5-C5B592CE676A}" type="sibTrans" cxnId="{228EB6E2-21CC-4AAA-BC32-55B01A43AD9F}">
      <dgm:prSet/>
      <dgm:spPr/>
      <dgm:t>
        <a:bodyPr/>
        <a:lstStyle/>
        <a:p>
          <a:endParaRPr lang="es-ES"/>
        </a:p>
      </dgm:t>
    </dgm:pt>
    <dgm:pt modelId="{224CC8B8-D485-484D-9980-10D5D268916A}">
      <dgm:prSet/>
      <dgm:spPr/>
      <dgm:t>
        <a:bodyPr/>
        <a:lstStyle/>
        <a:p>
          <a:r>
            <a:rPr lang="es-ES" dirty="0" smtClean="0"/>
            <a:t>Acciones de sensibilización de la comunidad universitaria</a:t>
          </a:r>
          <a:endParaRPr lang="es-ES" dirty="0"/>
        </a:p>
      </dgm:t>
    </dgm:pt>
    <dgm:pt modelId="{B907F17F-72C9-4B7F-8A08-120F6B8B75F6}" type="parTrans" cxnId="{B017836D-142D-4479-AD83-BB37201BBED9}">
      <dgm:prSet/>
      <dgm:spPr/>
      <dgm:t>
        <a:bodyPr/>
        <a:lstStyle/>
        <a:p>
          <a:endParaRPr lang="es-ES"/>
        </a:p>
      </dgm:t>
    </dgm:pt>
    <dgm:pt modelId="{E3432AB9-5F7E-486E-8EB0-905B62DE096C}" type="sibTrans" cxnId="{B017836D-142D-4479-AD83-BB37201BBED9}">
      <dgm:prSet/>
      <dgm:spPr/>
      <dgm:t>
        <a:bodyPr/>
        <a:lstStyle/>
        <a:p>
          <a:endParaRPr lang="es-ES"/>
        </a:p>
      </dgm:t>
    </dgm:pt>
    <dgm:pt modelId="{E500B84F-5E82-4B53-945A-8AE526F52092}" type="pres">
      <dgm:prSet presAssocID="{D2FB86C8-6B44-42B7-9507-CC4C536C26E9}" presName="hierChild1" presStyleCnt="0">
        <dgm:presLayoutVars>
          <dgm:orgChart val="1"/>
          <dgm:chPref val="1"/>
          <dgm:dir/>
          <dgm:animOne val="branch"/>
          <dgm:animLvl val="lvl"/>
          <dgm:resizeHandles/>
        </dgm:presLayoutVars>
      </dgm:prSet>
      <dgm:spPr/>
      <dgm:t>
        <a:bodyPr/>
        <a:lstStyle/>
        <a:p>
          <a:endParaRPr lang="es-ES"/>
        </a:p>
      </dgm:t>
    </dgm:pt>
    <dgm:pt modelId="{DC9D9E0A-7B30-441A-80D0-01D323D6840E}" type="pres">
      <dgm:prSet presAssocID="{CFD3932A-F7EC-4ABD-89CA-1FC6AA93FD9B}" presName="hierRoot1" presStyleCnt="0">
        <dgm:presLayoutVars>
          <dgm:hierBranch val="init"/>
        </dgm:presLayoutVars>
      </dgm:prSet>
      <dgm:spPr/>
      <dgm:t>
        <a:bodyPr/>
        <a:lstStyle/>
        <a:p>
          <a:endParaRPr lang="es-ES"/>
        </a:p>
      </dgm:t>
    </dgm:pt>
    <dgm:pt modelId="{17F80941-54F6-4EE8-BD52-C7BC4DDF80F8}" type="pres">
      <dgm:prSet presAssocID="{CFD3932A-F7EC-4ABD-89CA-1FC6AA93FD9B}" presName="rootComposite1" presStyleCnt="0"/>
      <dgm:spPr/>
      <dgm:t>
        <a:bodyPr/>
        <a:lstStyle/>
        <a:p>
          <a:endParaRPr lang="es-ES"/>
        </a:p>
      </dgm:t>
    </dgm:pt>
    <dgm:pt modelId="{34520804-3251-4599-9E95-7A53F6F3C2C1}" type="pres">
      <dgm:prSet presAssocID="{CFD3932A-F7EC-4ABD-89CA-1FC6AA93FD9B}" presName="rootText1" presStyleLbl="node0" presStyleIdx="0" presStyleCnt="1" custScaleX="368043">
        <dgm:presLayoutVars>
          <dgm:chPref val="3"/>
        </dgm:presLayoutVars>
      </dgm:prSet>
      <dgm:spPr/>
      <dgm:t>
        <a:bodyPr/>
        <a:lstStyle/>
        <a:p>
          <a:endParaRPr lang="es-ES"/>
        </a:p>
      </dgm:t>
    </dgm:pt>
    <dgm:pt modelId="{ECD58994-6C08-4C9C-9427-100E48C07034}" type="pres">
      <dgm:prSet presAssocID="{CFD3932A-F7EC-4ABD-89CA-1FC6AA93FD9B}" presName="rootConnector1" presStyleLbl="node1" presStyleIdx="0" presStyleCnt="0"/>
      <dgm:spPr/>
      <dgm:t>
        <a:bodyPr/>
        <a:lstStyle/>
        <a:p>
          <a:endParaRPr lang="es-ES"/>
        </a:p>
      </dgm:t>
    </dgm:pt>
    <dgm:pt modelId="{0FAAE27E-C5E0-49D6-88CE-6056A04408F3}" type="pres">
      <dgm:prSet presAssocID="{CFD3932A-F7EC-4ABD-89CA-1FC6AA93FD9B}" presName="hierChild2" presStyleCnt="0"/>
      <dgm:spPr/>
      <dgm:t>
        <a:bodyPr/>
        <a:lstStyle/>
        <a:p>
          <a:endParaRPr lang="es-ES"/>
        </a:p>
      </dgm:t>
    </dgm:pt>
    <dgm:pt modelId="{DAAD74AD-0894-42E3-8A24-85020E5B8D88}" type="pres">
      <dgm:prSet presAssocID="{88DC3B29-6B52-4AF4-95FE-82D70E12DF8E}" presName="Name37" presStyleLbl="parChTrans1D2" presStyleIdx="0" presStyleCnt="3"/>
      <dgm:spPr/>
      <dgm:t>
        <a:bodyPr/>
        <a:lstStyle/>
        <a:p>
          <a:endParaRPr lang="es-ES"/>
        </a:p>
      </dgm:t>
    </dgm:pt>
    <dgm:pt modelId="{43AA16F3-7756-477D-A3F3-DDBEE6E1EC53}" type="pres">
      <dgm:prSet presAssocID="{CF8028CA-2195-4763-8F6B-6DFDE557CE80}" presName="hierRoot2" presStyleCnt="0">
        <dgm:presLayoutVars>
          <dgm:hierBranch val="init"/>
        </dgm:presLayoutVars>
      </dgm:prSet>
      <dgm:spPr/>
      <dgm:t>
        <a:bodyPr/>
        <a:lstStyle/>
        <a:p>
          <a:endParaRPr lang="es-ES"/>
        </a:p>
      </dgm:t>
    </dgm:pt>
    <dgm:pt modelId="{1F918B1E-C9AC-4013-ADC3-243717701AE8}" type="pres">
      <dgm:prSet presAssocID="{CF8028CA-2195-4763-8F6B-6DFDE557CE80}" presName="rootComposite" presStyleCnt="0"/>
      <dgm:spPr/>
      <dgm:t>
        <a:bodyPr/>
        <a:lstStyle/>
        <a:p>
          <a:endParaRPr lang="es-ES"/>
        </a:p>
      </dgm:t>
    </dgm:pt>
    <dgm:pt modelId="{9D43E297-DF9E-4250-897E-6A93A25E6FAC}" type="pres">
      <dgm:prSet presAssocID="{CF8028CA-2195-4763-8F6B-6DFDE557CE80}" presName="rootText" presStyleLbl="node2" presStyleIdx="0" presStyleCnt="3" custScaleX="184900">
        <dgm:presLayoutVars>
          <dgm:chPref val="3"/>
        </dgm:presLayoutVars>
      </dgm:prSet>
      <dgm:spPr/>
      <dgm:t>
        <a:bodyPr/>
        <a:lstStyle/>
        <a:p>
          <a:endParaRPr lang="es-ES"/>
        </a:p>
      </dgm:t>
    </dgm:pt>
    <dgm:pt modelId="{024854B0-1B0C-4719-914E-4BE150C95BBC}" type="pres">
      <dgm:prSet presAssocID="{CF8028CA-2195-4763-8F6B-6DFDE557CE80}" presName="rootConnector" presStyleLbl="node2" presStyleIdx="0" presStyleCnt="3"/>
      <dgm:spPr/>
      <dgm:t>
        <a:bodyPr/>
        <a:lstStyle/>
        <a:p>
          <a:endParaRPr lang="es-ES"/>
        </a:p>
      </dgm:t>
    </dgm:pt>
    <dgm:pt modelId="{B50D22BD-8C56-4859-A4C9-B8728FB97153}" type="pres">
      <dgm:prSet presAssocID="{CF8028CA-2195-4763-8F6B-6DFDE557CE80}" presName="hierChild4" presStyleCnt="0"/>
      <dgm:spPr/>
      <dgm:t>
        <a:bodyPr/>
        <a:lstStyle/>
        <a:p>
          <a:endParaRPr lang="es-ES"/>
        </a:p>
      </dgm:t>
    </dgm:pt>
    <dgm:pt modelId="{7F395731-FC67-4DCF-B085-7DEFCB4F2049}" type="pres">
      <dgm:prSet presAssocID="{E477609D-FDCC-4DD2-82C0-CB60A68E401A}" presName="Name37" presStyleLbl="parChTrans1D3" presStyleIdx="0" presStyleCnt="5"/>
      <dgm:spPr/>
      <dgm:t>
        <a:bodyPr/>
        <a:lstStyle/>
        <a:p>
          <a:endParaRPr lang="es-ES"/>
        </a:p>
      </dgm:t>
    </dgm:pt>
    <dgm:pt modelId="{469F9D5B-D8B0-4353-8595-747A01714443}" type="pres">
      <dgm:prSet presAssocID="{2EBD3D64-B915-4913-B00E-4F60F8A96B3D}" presName="hierRoot2" presStyleCnt="0">
        <dgm:presLayoutVars>
          <dgm:hierBranch val="init"/>
        </dgm:presLayoutVars>
      </dgm:prSet>
      <dgm:spPr/>
      <dgm:t>
        <a:bodyPr/>
        <a:lstStyle/>
        <a:p>
          <a:endParaRPr lang="es-ES"/>
        </a:p>
      </dgm:t>
    </dgm:pt>
    <dgm:pt modelId="{2CC056F8-66C1-4CB2-A185-B2D70A211ED9}" type="pres">
      <dgm:prSet presAssocID="{2EBD3D64-B915-4913-B00E-4F60F8A96B3D}" presName="rootComposite" presStyleCnt="0"/>
      <dgm:spPr/>
      <dgm:t>
        <a:bodyPr/>
        <a:lstStyle/>
        <a:p>
          <a:endParaRPr lang="es-ES"/>
        </a:p>
      </dgm:t>
    </dgm:pt>
    <dgm:pt modelId="{5F6C78CD-C554-44E5-B42A-D0002E3425D6}" type="pres">
      <dgm:prSet presAssocID="{2EBD3D64-B915-4913-B00E-4F60F8A96B3D}" presName="rootText" presStyleLbl="node3" presStyleIdx="0" presStyleCnt="5" custScaleX="133811">
        <dgm:presLayoutVars>
          <dgm:chPref val="3"/>
        </dgm:presLayoutVars>
      </dgm:prSet>
      <dgm:spPr/>
      <dgm:t>
        <a:bodyPr/>
        <a:lstStyle/>
        <a:p>
          <a:endParaRPr lang="es-ES"/>
        </a:p>
      </dgm:t>
    </dgm:pt>
    <dgm:pt modelId="{3CACF5AF-4F55-434E-ABBF-8F5C916486D0}" type="pres">
      <dgm:prSet presAssocID="{2EBD3D64-B915-4913-B00E-4F60F8A96B3D}" presName="rootConnector" presStyleLbl="node3" presStyleIdx="0" presStyleCnt="5"/>
      <dgm:spPr/>
      <dgm:t>
        <a:bodyPr/>
        <a:lstStyle/>
        <a:p>
          <a:endParaRPr lang="es-ES"/>
        </a:p>
      </dgm:t>
    </dgm:pt>
    <dgm:pt modelId="{96607888-E98D-4C9B-AF32-474FBF7DD886}" type="pres">
      <dgm:prSet presAssocID="{2EBD3D64-B915-4913-B00E-4F60F8A96B3D}" presName="hierChild4" presStyleCnt="0"/>
      <dgm:spPr/>
      <dgm:t>
        <a:bodyPr/>
        <a:lstStyle/>
        <a:p>
          <a:endParaRPr lang="es-ES"/>
        </a:p>
      </dgm:t>
    </dgm:pt>
    <dgm:pt modelId="{A4FCCF19-B392-43CC-B6C6-67DCA509C206}" type="pres">
      <dgm:prSet presAssocID="{2EBD3D64-B915-4913-B00E-4F60F8A96B3D}" presName="hierChild5" presStyleCnt="0"/>
      <dgm:spPr/>
      <dgm:t>
        <a:bodyPr/>
        <a:lstStyle/>
        <a:p>
          <a:endParaRPr lang="es-ES"/>
        </a:p>
      </dgm:t>
    </dgm:pt>
    <dgm:pt modelId="{EF824B7E-5033-4576-AF8E-B429D613550D}" type="pres">
      <dgm:prSet presAssocID="{CF8028CA-2195-4763-8F6B-6DFDE557CE80}" presName="hierChild5" presStyleCnt="0"/>
      <dgm:spPr/>
      <dgm:t>
        <a:bodyPr/>
        <a:lstStyle/>
        <a:p>
          <a:endParaRPr lang="es-ES"/>
        </a:p>
      </dgm:t>
    </dgm:pt>
    <dgm:pt modelId="{38D8E4EB-7D0F-4549-8F63-6FED5450D6B3}" type="pres">
      <dgm:prSet presAssocID="{DD9357F0-F3B8-48DB-AA19-D134F1BFFB49}" presName="Name37" presStyleLbl="parChTrans1D2" presStyleIdx="1" presStyleCnt="3"/>
      <dgm:spPr/>
      <dgm:t>
        <a:bodyPr/>
        <a:lstStyle/>
        <a:p>
          <a:endParaRPr lang="es-ES"/>
        </a:p>
      </dgm:t>
    </dgm:pt>
    <dgm:pt modelId="{42A31DD7-117D-4096-8885-0DDE68D8EA14}" type="pres">
      <dgm:prSet presAssocID="{21241C85-8B28-4212-912F-8ADE1BDA3062}" presName="hierRoot2" presStyleCnt="0">
        <dgm:presLayoutVars>
          <dgm:hierBranch val="init"/>
        </dgm:presLayoutVars>
      </dgm:prSet>
      <dgm:spPr/>
      <dgm:t>
        <a:bodyPr/>
        <a:lstStyle/>
        <a:p>
          <a:endParaRPr lang="es-ES"/>
        </a:p>
      </dgm:t>
    </dgm:pt>
    <dgm:pt modelId="{5824CF10-EFE0-491F-828A-E79A87160FEC}" type="pres">
      <dgm:prSet presAssocID="{21241C85-8B28-4212-912F-8ADE1BDA3062}" presName="rootComposite" presStyleCnt="0"/>
      <dgm:spPr/>
      <dgm:t>
        <a:bodyPr/>
        <a:lstStyle/>
        <a:p>
          <a:endParaRPr lang="es-ES"/>
        </a:p>
      </dgm:t>
    </dgm:pt>
    <dgm:pt modelId="{808432FC-A38E-4738-A6AA-A8B559A6C594}" type="pres">
      <dgm:prSet presAssocID="{21241C85-8B28-4212-912F-8ADE1BDA3062}" presName="rootText" presStyleLbl="node2" presStyleIdx="1" presStyleCnt="3" custScaleX="184900">
        <dgm:presLayoutVars>
          <dgm:chPref val="3"/>
        </dgm:presLayoutVars>
      </dgm:prSet>
      <dgm:spPr/>
      <dgm:t>
        <a:bodyPr/>
        <a:lstStyle/>
        <a:p>
          <a:endParaRPr lang="es-ES"/>
        </a:p>
      </dgm:t>
    </dgm:pt>
    <dgm:pt modelId="{7740E838-E680-46FB-A641-360BAF22742A}" type="pres">
      <dgm:prSet presAssocID="{21241C85-8B28-4212-912F-8ADE1BDA3062}" presName="rootConnector" presStyleLbl="node2" presStyleIdx="1" presStyleCnt="3"/>
      <dgm:spPr/>
      <dgm:t>
        <a:bodyPr/>
        <a:lstStyle/>
        <a:p>
          <a:endParaRPr lang="es-ES"/>
        </a:p>
      </dgm:t>
    </dgm:pt>
    <dgm:pt modelId="{2768BFE3-CC15-4174-848F-4E495BCE1FF4}" type="pres">
      <dgm:prSet presAssocID="{21241C85-8B28-4212-912F-8ADE1BDA3062}" presName="hierChild4" presStyleCnt="0"/>
      <dgm:spPr/>
      <dgm:t>
        <a:bodyPr/>
        <a:lstStyle/>
        <a:p>
          <a:endParaRPr lang="es-ES"/>
        </a:p>
      </dgm:t>
    </dgm:pt>
    <dgm:pt modelId="{DFCF46BB-9AC6-4392-A5A5-DA6766DB548D}" type="pres">
      <dgm:prSet presAssocID="{E94E1B42-D817-4959-9A28-AE27C9EE2736}" presName="Name37" presStyleLbl="parChTrans1D3" presStyleIdx="1" presStyleCnt="5"/>
      <dgm:spPr/>
      <dgm:t>
        <a:bodyPr/>
        <a:lstStyle/>
        <a:p>
          <a:endParaRPr lang="es-ES"/>
        </a:p>
      </dgm:t>
    </dgm:pt>
    <dgm:pt modelId="{6C947F42-74B4-4103-9215-274252A613D2}" type="pres">
      <dgm:prSet presAssocID="{4DD77933-0C48-4096-BCB2-5A1F43BF5040}" presName="hierRoot2" presStyleCnt="0">
        <dgm:presLayoutVars>
          <dgm:hierBranch val="init"/>
        </dgm:presLayoutVars>
      </dgm:prSet>
      <dgm:spPr/>
      <dgm:t>
        <a:bodyPr/>
        <a:lstStyle/>
        <a:p>
          <a:endParaRPr lang="es-ES"/>
        </a:p>
      </dgm:t>
    </dgm:pt>
    <dgm:pt modelId="{EBD3B32D-3211-4B6F-9368-A22497A455E5}" type="pres">
      <dgm:prSet presAssocID="{4DD77933-0C48-4096-BCB2-5A1F43BF5040}" presName="rootComposite" presStyleCnt="0"/>
      <dgm:spPr/>
      <dgm:t>
        <a:bodyPr/>
        <a:lstStyle/>
        <a:p>
          <a:endParaRPr lang="es-ES"/>
        </a:p>
      </dgm:t>
    </dgm:pt>
    <dgm:pt modelId="{85E41ED6-0859-4DCA-952C-D1EB1AAD8CA9}" type="pres">
      <dgm:prSet presAssocID="{4DD77933-0C48-4096-BCB2-5A1F43BF5040}" presName="rootText" presStyleLbl="node3" presStyleIdx="1" presStyleCnt="5" custScaleX="133811">
        <dgm:presLayoutVars>
          <dgm:chPref val="3"/>
        </dgm:presLayoutVars>
      </dgm:prSet>
      <dgm:spPr/>
      <dgm:t>
        <a:bodyPr/>
        <a:lstStyle/>
        <a:p>
          <a:endParaRPr lang="es-ES"/>
        </a:p>
      </dgm:t>
    </dgm:pt>
    <dgm:pt modelId="{B040283A-546D-419F-934E-1025EF784593}" type="pres">
      <dgm:prSet presAssocID="{4DD77933-0C48-4096-BCB2-5A1F43BF5040}" presName="rootConnector" presStyleLbl="node3" presStyleIdx="1" presStyleCnt="5"/>
      <dgm:spPr/>
      <dgm:t>
        <a:bodyPr/>
        <a:lstStyle/>
        <a:p>
          <a:endParaRPr lang="es-ES"/>
        </a:p>
      </dgm:t>
    </dgm:pt>
    <dgm:pt modelId="{6DF59E59-CA7D-4D39-9DD9-7B9D4A93F2F8}" type="pres">
      <dgm:prSet presAssocID="{4DD77933-0C48-4096-BCB2-5A1F43BF5040}" presName="hierChild4" presStyleCnt="0"/>
      <dgm:spPr/>
      <dgm:t>
        <a:bodyPr/>
        <a:lstStyle/>
        <a:p>
          <a:endParaRPr lang="es-ES"/>
        </a:p>
      </dgm:t>
    </dgm:pt>
    <dgm:pt modelId="{4BE7FE88-0A5B-49F3-AC6B-3D9F781BCF1F}" type="pres">
      <dgm:prSet presAssocID="{4DD77933-0C48-4096-BCB2-5A1F43BF5040}" presName="hierChild5" presStyleCnt="0"/>
      <dgm:spPr/>
      <dgm:t>
        <a:bodyPr/>
        <a:lstStyle/>
        <a:p>
          <a:endParaRPr lang="es-ES"/>
        </a:p>
      </dgm:t>
    </dgm:pt>
    <dgm:pt modelId="{08AF699A-143C-4105-A626-DCD02FAF2ABF}" type="pres">
      <dgm:prSet presAssocID="{8F41D231-A83E-4E03-9620-B6DF6D4EC4ED}" presName="Name37" presStyleLbl="parChTrans1D3" presStyleIdx="2" presStyleCnt="5"/>
      <dgm:spPr/>
      <dgm:t>
        <a:bodyPr/>
        <a:lstStyle/>
        <a:p>
          <a:endParaRPr lang="es-ES"/>
        </a:p>
      </dgm:t>
    </dgm:pt>
    <dgm:pt modelId="{3E3123F6-6BE5-417B-84C6-334C7260051F}" type="pres">
      <dgm:prSet presAssocID="{C863BE93-20B0-480A-B8C7-B76761F6C8F5}" presName="hierRoot2" presStyleCnt="0">
        <dgm:presLayoutVars>
          <dgm:hierBranch val="init"/>
        </dgm:presLayoutVars>
      </dgm:prSet>
      <dgm:spPr/>
      <dgm:t>
        <a:bodyPr/>
        <a:lstStyle/>
        <a:p>
          <a:endParaRPr lang="es-ES"/>
        </a:p>
      </dgm:t>
    </dgm:pt>
    <dgm:pt modelId="{3991C8F2-4559-4BAD-BBEA-66E36C1CE07A}" type="pres">
      <dgm:prSet presAssocID="{C863BE93-20B0-480A-B8C7-B76761F6C8F5}" presName="rootComposite" presStyleCnt="0"/>
      <dgm:spPr/>
      <dgm:t>
        <a:bodyPr/>
        <a:lstStyle/>
        <a:p>
          <a:endParaRPr lang="es-ES"/>
        </a:p>
      </dgm:t>
    </dgm:pt>
    <dgm:pt modelId="{6D96E52B-E383-432F-AA0E-225DDDB59626}" type="pres">
      <dgm:prSet presAssocID="{C863BE93-20B0-480A-B8C7-B76761F6C8F5}" presName="rootText" presStyleLbl="node3" presStyleIdx="2" presStyleCnt="5" custScaleX="133150">
        <dgm:presLayoutVars>
          <dgm:chPref val="3"/>
        </dgm:presLayoutVars>
      </dgm:prSet>
      <dgm:spPr/>
      <dgm:t>
        <a:bodyPr/>
        <a:lstStyle/>
        <a:p>
          <a:endParaRPr lang="es-ES"/>
        </a:p>
      </dgm:t>
    </dgm:pt>
    <dgm:pt modelId="{55951C23-2C49-4F19-A30E-370BC9675319}" type="pres">
      <dgm:prSet presAssocID="{C863BE93-20B0-480A-B8C7-B76761F6C8F5}" presName="rootConnector" presStyleLbl="node3" presStyleIdx="2" presStyleCnt="5"/>
      <dgm:spPr/>
      <dgm:t>
        <a:bodyPr/>
        <a:lstStyle/>
        <a:p>
          <a:endParaRPr lang="es-ES"/>
        </a:p>
      </dgm:t>
    </dgm:pt>
    <dgm:pt modelId="{906B30A8-9D09-4663-9A7D-E3CB5D04866C}" type="pres">
      <dgm:prSet presAssocID="{C863BE93-20B0-480A-B8C7-B76761F6C8F5}" presName="hierChild4" presStyleCnt="0"/>
      <dgm:spPr/>
      <dgm:t>
        <a:bodyPr/>
        <a:lstStyle/>
        <a:p>
          <a:endParaRPr lang="es-ES"/>
        </a:p>
      </dgm:t>
    </dgm:pt>
    <dgm:pt modelId="{AF744386-8A4B-4E7F-A4F6-4D8FE4DBA8B7}" type="pres">
      <dgm:prSet presAssocID="{C863BE93-20B0-480A-B8C7-B76761F6C8F5}" presName="hierChild5" presStyleCnt="0"/>
      <dgm:spPr/>
      <dgm:t>
        <a:bodyPr/>
        <a:lstStyle/>
        <a:p>
          <a:endParaRPr lang="es-ES"/>
        </a:p>
      </dgm:t>
    </dgm:pt>
    <dgm:pt modelId="{2CFDCB58-34D3-4EF2-9BF0-871B3AC81094}" type="pres">
      <dgm:prSet presAssocID="{21241C85-8B28-4212-912F-8ADE1BDA3062}" presName="hierChild5" presStyleCnt="0"/>
      <dgm:spPr/>
      <dgm:t>
        <a:bodyPr/>
        <a:lstStyle/>
        <a:p>
          <a:endParaRPr lang="es-ES"/>
        </a:p>
      </dgm:t>
    </dgm:pt>
    <dgm:pt modelId="{937D17AF-D7D6-42FC-BF67-78631B7E2213}" type="pres">
      <dgm:prSet presAssocID="{5C8F6D3E-99C3-4D65-B0A1-7992C17BF1F3}" presName="Name37" presStyleLbl="parChTrans1D2" presStyleIdx="2" presStyleCnt="3"/>
      <dgm:spPr/>
      <dgm:t>
        <a:bodyPr/>
        <a:lstStyle/>
        <a:p>
          <a:endParaRPr lang="es-ES"/>
        </a:p>
      </dgm:t>
    </dgm:pt>
    <dgm:pt modelId="{BCB8B010-BEC2-4167-9B2B-6ED1963797D6}" type="pres">
      <dgm:prSet presAssocID="{97DE1B7E-693C-4607-B1E3-FABBE584D74C}" presName="hierRoot2" presStyleCnt="0">
        <dgm:presLayoutVars>
          <dgm:hierBranch val="init"/>
        </dgm:presLayoutVars>
      </dgm:prSet>
      <dgm:spPr/>
      <dgm:t>
        <a:bodyPr/>
        <a:lstStyle/>
        <a:p>
          <a:endParaRPr lang="es-ES"/>
        </a:p>
      </dgm:t>
    </dgm:pt>
    <dgm:pt modelId="{302D777A-84C6-4781-A5E8-29F5AFDDAB4E}" type="pres">
      <dgm:prSet presAssocID="{97DE1B7E-693C-4607-B1E3-FABBE584D74C}" presName="rootComposite" presStyleCnt="0"/>
      <dgm:spPr/>
      <dgm:t>
        <a:bodyPr/>
        <a:lstStyle/>
        <a:p>
          <a:endParaRPr lang="es-ES"/>
        </a:p>
      </dgm:t>
    </dgm:pt>
    <dgm:pt modelId="{412FC457-9B4D-4A13-A03A-9B70E3BDDD0C}" type="pres">
      <dgm:prSet presAssocID="{97DE1B7E-693C-4607-B1E3-FABBE584D74C}" presName="rootText" presStyleLbl="node2" presStyleIdx="2" presStyleCnt="3" custScaleX="184900">
        <dgm:presLayoutVars>
          <dgm:chPref val="3"/>
        </dgm:presLayoutVars>
      </dgm:prSet>
      <dgm:spPr/>
      <dgm:t>
        <a:bodyPr/>
        <a:lstStyle/>
        <a:p>
          <a:endParaRPr lang="es-ES"/>
        </a:p>
      </dgm:t>
    </dgm:pt>
    <dgm:pt modelId="{C13BDB14-D9E9-47A6-A3E5-F00BD1D9510B}" type="pres">
      <dgm:prSet presAssocID="{97DE1B7E-693C-4607-B1E3-FABBE584D74C}" presName="rootConnector" presStyleLbl="node2" presStyleIdx="2" presStyleCnt="3"/>
      <dgm:spPr/>
      <dgm:t>
        <a:bodyPr/>
        <a:lstStyle/>
        <a:p>
          <a:endParaRPr lang="es-ES"/>
        </a:p>
      </dgm:t>
    </dgm:pt>
    <dgm:pt modelId="{1A6FEF09-0C4C-4B67-91FA-0A9B93EB7E05}" type="pres">
      <dgm:prSet presAssocID="{97DE1B7E-693C-4607-B1E3-FABBE584D74C}" presName="hierChild4" presStyleCnt="0"/>
      <dgm:spPr/>
      <dgm:t>
        <a:bodyPr/>
        <a:lstStyle/>
        <a:p>
          <a:endParaRPr lang="es-ES"/>
        </a:p>
      </dgm:t>
    </dgm:pt>
    <dgm:pt modelId="{00B17FBF-1208-4676-BAB4-71279C477C1C}" type="pres">
      <dgm:prSet presAssocID="{16920603-DE40-43FD-93EA-208272DCE354}" presName="Name37" presStyleLbl="parChTrans1D3" presStyleIdx="3" presStyleCnt="5"/>
      <dgm:spPr/>
      <dgm:t>
        <a:bodyPr/>
        <a:lstStyle/>
        <a:p>
          <a:endParaRPr lang="es-ES"/>
        </a:p>
      </dgm:t>
    </dgm:pt>
    <dgm:pt modelId="{E13C6F27-331F-4758-97B8-5BEE86311444}" type="pres">
      <dgm:prSet presAssocID="{CD8213F7-4AC9-47A3-B527-46457BC504EF}" presName="hierRoot2" presStyleCnt="0">
        <dgm:presLayoutVars>
          <dgm:hierBranch val="init"/>
        </dgm:presLayoutVars>
      </dgm:prSet>
      <dgm:spPr/>
      <dgm:t>
        <a:bodyPr/>
        <a:lstStyle/>
        <a:p>
          <a:endParaRPr lang="es-ES"/>
        </a:p>
      </dgm:t>
    </dgm:pt>
    <dgm:pt modelId="{A5E18CF6-A969-4CA1-8FC0-84A4ADE0CB7C}" type="pres">
      <dgm:prSet presAssocID="{CD8213F7-4AC9-47A3-B527-46457BC504EF}" presName="rootComposite" presStyleCnt="0"/>
      <dgm:spPr/>
      <dgm:t>
        <a:bodyPr/>
        <a:lstStyle/>
        <a:p>
          <a:endParaRPr lang="es-ES"/>
        </a:p>
      </dgm:t>
    </dgm:pt>
    <dgm:pt modelId="{9D91FC49-EF0D-4678-A44B-0355C79D1D83}" type="pres">
      <dgm:prSet presAssocID="{CD8213F7-4AC9-47A3-B527-46457BC504EF}" presName="rootText" presStyleLbl="node3" presStyleIdx="3" presStyleCnt="5" custScaleX="133811">
        <dgm:presLayoutVars>
          <dgm:chPref val="3"/>
        </dgm:presLayoutVars>
      </dgm:prSet>
      <dgm:spPr/>
      <dgm:t>
        <a:bodyPr/>
        <a:lstStyle/>
        <a:p>
          <a:endParaRPr lang="es-ES"/>
        </a:p>
      </dgm:t>
    </dgm:pt>
    <dgm:pt modelId="{2C448A0E-C5DB-4C11-98A2-404249CE9D1E}" type="pres">
      <dgm:prSet presAssocID="{CD8213F7-4AC9-47A3-B527-46457BC504EF}" presName="rootConnector" presStyleLbl="node3" presStyleIdx="3" presStyleCnt="5"/>
      <dgm:spPr/>
      <dgm:t>
        <a:bodyPr/>
        <a:lstStyle/>
        <a:p>
          <a:endParaRPr lang="es-ES"/>
        </a:p>
      </dgm:t>
    </dgm:pt>
    <dgm:pt modelId="{AF7DF725-513C-43DC-B423-69FC2AE745D9}" type="pres">
      <dgm:prSet presAssocID="{CD8213F7-4AC9-47A3-B527-46457BC504EF}" presName="hierChild4" presStyleCnt="0"/>
      <dgm:spPr/>
      <dgm:t>
        <a:bodyPr/>
        <a:lstStyle/>
        <a:p>
          <a:endParaRPr lang="es-ES"/>
        </a:p>
      </dgm:t>
    </dgm:pt>
    <dgm:pt modelId="{AB86C2D1-7E64-4FF5-9A78-29AC9B6A8B1F}" type="pres">
      <dgm:prSet presAssocID="{CD8213F7-4AC9-47A3-B527-46457BC504EF}" presName="hierChild5" presStyleCnt="0"/>
      <dgm:spPr/>
      <dgm:t>
        <a:bodyPr/>
        <a:lstStyle/>
        <a:p>
          <a:endParaRPr lang="es-ES"/>
        </a:p>
      </dgm:t>
    </dgm:pt>
    <dgm:pt modelId="{0056AD2E-92EC-43BD-9F50-3044ABF529A2}" type="pres">
      <dgm:prSet presAssocID="{B907F17F-72C9-4B7F-8A08-120F6B8B75F6}" presName="Name37" presStyleLbl="parChTrans1D3" presStyleIdx="4" presStyleCnt="5"/>
      <dgm:spPr/>
      <dgm:t>
        <a:bodyPr/>
        <a:lstStyle/>
        <a:p>
          <a:endParaRPr lang="es-ES"/>
        </a:p>
      </dgm:t>
    </dgm:pt>
    <dgm:pt modelId="{774DC957-FFAD-4BE7-94FA-FE556EDC47D1}" type="pres">
      <dgm:prSet presAssocID="{224CC8B8-D485-484D-9980-10D5D268916A}" presName="hierRoot2" presStyleCnt="0">
        <dgm:presLayoutVars>
          <dgm:hierBranch val="init"/>
        </dgm:presLayoutVars>
      </dgm:prSet>
      <dgm:spPr/>
      <dgm:t>
        <a:bodyPr/>
        <a:lstStyle/>
        <a:p>
          <a:endParaRPr lang="es-ES"/>
        </a:p>
      </dgm:t>
    </dgm:pt>
    <dgm:pt modelId="{D32AE2BC-FABB-4075-B9CD-A99441FAAB92}" type="pres">
      <dgm:prSet presAssocID="{224CC8B8-D485-484D-9980-10D5D268916A}" presName="rootComposite" presStyleCnt="0"/>
      <dgm:spPr/>
      <dgm:t>
        <a:bodyPr/>
        <a:lstStyle/>
        <a:p>
          <a:endParaRPr lang="es-ES"/>
        </a:p>
      </dgm:t>
    </dgm:pt>
    <dgm:pt modelId="{CB017756-1B4A-4878-AF2E-633DC5C07473}" type="pres">
      <dgm:prSet presAssocID="{224CC8B8-D485-484D-9980-10D5D268916A}" presName="rootText" presStyleLbl="node3" presStyleIdx="4" presStyleCnt="5" custScaleX="133150">
        <dgm:presLayoutVars>
          <dgm:chPref val="3"/>
        </dgm:presLayoutVars>
      </dgm:prSet>
      <dgm:spPr/>
      <dgm:t>
        <a:bodyPr/>
        <a:lstStyle/>
        <a:p>
          <a:endParaRPr lang="es-ES"/>
        </a:p>
      </dgm:t>
    </dgm:pt>
    <dgm:pt modelId="{59BB1EBD-D40E-4D07-B1BB-5255ED34A668}" type="pres">
      <dgm:prSet presAssocID="{224CC8B8-D485-484D-9980-10D5D268916A}" presName="rootConnector" presStyleLbl="node3" presStyleIdx="4" presStyleCnt="5"/>
      <dgm:spPr/>
      <dgm:t>
        <a:bodyPr/>
        <a:lstStyle/>
        <a:p>
          <a:endParaRPr lang="es-ES"/>
        </a:p>
      </dgm:t>
    </dgm:pt>
    <dgm:pt modelId="{088D5D91-1DE9-4CC1-BAF8-D438C7930EC2}" type="pres">
      <dgm:prSet presAssocID="{224CC8B8-D485-484D-9980-10D5D268916A}" presName="hierChild4" presStyleCnt="0"/>
      <dgm:spPr/>
      <dgm:t>
        <a:bodyPr/>
        <a:lstStyle/>
        <a:p>
          <a:endParaRPr lang="es-ES"/>
        </a:p>
      </dgm:t>
    </dgm:pt>
    <dgm:pt modelId="{9DEEF97E-8DF2-4332-9A8C-09A863FFC832}" type="pres">
      <dgm:prSet presAssocID="{224CC8B8-D485-484D-9980-10D5D268916A}" presName="hierChild5" presStyleCnt="0"/>
      <dgm:spPr/>
      <dgm:t>
        <a:bodyPr/>
        <a:lstStyle/>
        <a:p>
          <a:endParaRPr lang="es-ES"/>
        </a:p>
      </dgm:t>
    </dgm:pt>
    <dgm:pt modelId="{179DA8C0-CC53-4741-9A13-440776960094}" type="pres">
      <dgm:prSet presAssocID="{97DE1B7E-693C-4607-B1E3-FABBE584D74C}" presName="hierChild5" presStyleCnt="0"/>
      <dgm:spPr/>
      <dgm:t>
        <a:bodyPr/>
        <a:lstStyle/>
        <a:p>
          <a:endParaRPr lang="es-ES"/>
        </a:p>
      </dgm:t>
    </dgm:pt>
    <dgm:pt modelId="{C10B08D9-BF60-460B-AD05-69E478B402BF}" type="pres">
      <dgm:prSet presAssocID="{CFD3932A-F7EC-4ABD-89CA-1FC6AA93FD9B}" presName="hierChild3" presStyleCnt="0"/>
      <dgm:spPr/>
      <dgm:t>
        <a:bodyPr/>
        <a:lstStyle/>
        <a:p>
          <a:endParaRPr lang="es-ES"/>
        </a:p>
      </dgm:t>
    </dgm:pt>
  </dgm:ptLst>
  <dgm:cxnLst>
    <dgm:cxn modelId="{7D95478E-AAFE-4FD7-8093-42FBBCA8F3AD}" type="presOf" srcId="{4DD77933-0C48-4096-BCB2-5A1F43BF5040}" destId="{85E41ED6-0859-4DCA-952C-D1EB1AAD8CA9}" srcOrd="0" destOrd="0" presId="urn:microsoft.com/office/officeart/2005/8/layout/orgChart1"/>
    <dgm:cxn modelId="{57F782F5-612A-4432-9583-6E07F5E5D1C7}" type="presOf" srcId="{5C8F6D3E-99C3-4D65-B0A1-7992C17BF1F3}" destId="{937D17AF-D7D6-42FC-BF67-78631B7E2213}" srcOrd="0" destOrd="0" presId="urn:microsoft.com/office/officeart/2005/8/layout/orgChart1"/>
    <dgm:cxn modelId="{81D0E2FA-AA38-433B-9378-9BEAC3DA5BB3}" type="presOf" srcId="{21241C85-8B28-4212-912F-8ADE1BDA3062}" destId="{808432FC-A38E-4738-A6AA-A8B559A6C594}" srcOrd="0" destOrd="0" presId="urn:microsoft.com/office/officeart/2005/8/layout/orgChart1"/>
    <dgm:cxn modelId="{F88D6BB3-4FED-4AD9-A1B0-F54EC49C354B}" type="presOf" srcId="{E477609D-FDCC-4DD2-82C0-CB60A68E401A}" destId="{7F395731-FC67-4DCF-B085-7DEFCB4F2049}" srcOrd="0" destOrd="0" presId="urn:microsoft.com/office/officeart/2005/8/layout/orgChart1"/>
    <dgm:cxn modelId="{BB11DD20-4A2E-40BC-930B-037A7A5FED2B}" type="presOf" srcId="{88DC3B29-6B52-4AF4-95FE-82D70E12DF8E}" destId="{DAAD74AD-0894-42E3-8A24-85020E5B8D88}" srcOrd="0" destOrd="0" presId="urn:microsoft.com/office/officeart/2005/8/layout/orgChart1"/>
    <dgm:cxn modelId="{1E8098D9-29EB-4F5C-98B5-E008D1355B67}" type="presOf" srcId="{2EBD3D64-B915-4913-B00E-4F60F8A96B3D}" destId="{3CACF5AF-4F55-434E-ABBF-8F5C916486D0}" srcOrd="1" destOrd="0" presId="urn:microsoft.com/office/officeart/2005/8/layout/orgChart1"/>
    <dgm:cxn modelId="{C6949093-67D0-4F14-8579-A4225C565723}" type="presOf" srcId="{D2FB86C8-6B44-42B7-9507-CC4C536C26E9}" destId="{E500B84F-5E82-4B53-945A-8AE526F52092}" srcOrd="0" destOrd="0" presId="urn:microsoft.com/office/officeart/2005/8/layout/orgChart1"/>
    <dgm:cxn modelId="{94B3EB84-9C0B-4454-A0C8-00C61FEEBBD7}" srcId="{CFD3932A-F7EC-4ABD-89CA-1FC6AA93FD9B}" destId="{21241C85-8B28-4212-912F-8ADE1BDA3062}" srcOrd="1" destOrd="0" parTransId="{DD9357F0-F3B8-48DB-AA19-D134F1BFFB49}" sibTransId="{0411F8ED-C5A7-4DF3-8394-2BB783E18F6C}"/>
    <dgm:cxn modelId="{6560A027-4B38-43C2-A9E1-20A2BB2055A0}" type="presOf" srcId="{2EBD3D64-B915-4913-B00E-4F60F8A96B3D}" destId="{5F6C78CD-C554-44E5-B42A-D0002E3425D6}" srcOrd="0" destOrd="0" presId="urn:microsoft.com/office/officeart/2005/8/layout/orgChart1"/>
    <dgm:cxn modelId="{9E5A881F-C492-4550-8FC0-ADE59745EAE1}" srcId="{CFD3932A-F7EC-4ABD-89CA-1FC6AA93FD9B}" destId="{97DE1B7E-693C-4607-B1E3-FABBE584D74C}" srcOrd="2" destOrd="0" parTransId="{5C8F6D3E-99C3-4D65-B0A1-7992C17BF1F3}" sibTransId="{9C800A19-DED6-4E87-8F7F-FA6C1325DEBD}"/>
    <dgm:cxn modelId="{F049199A-C506-4FEF-8C2A-CEE949B7852D}" type="presOf" srcId="{97DE1B7E-693C-4607-B1E3-FABBE584D74C}" destId="{412FC457-9B4D-4A13-A03A-9B70E3BDDD0C}" srcOrd="0" destOrd="0" presId="urn:microsoft.com/office/officeart/2005/8/layout/orgChart1"/>
    <dgm:cxn modelId="{7650CB25-C56B-45B0-9CD8-89C0C8A26E46}" type="presOf" srcId="{16920603-DE40-43FD-93EA-208272DCE354}" destId="{00B17FBF-1208-4676-BAB4-71279C477C1C}" srcOrd="0" destOrd="0" presId="urn:microsoft.com/office/officeart/2005/8/layout/orgChart1"/>
    <dgm:cxn modelId="{13B27EB2-FB41-4B86-BFA8-2B7376E53073}" type="presOf" srcId="{21241C85-8B28-4212-912F-8ADE1BDA3062}" destId="{7740E838-E680-46FB-A641-360BAF22742A}" srcOrd="1" destOrd="0" presId="urn:microsoft.com/office/officeart/2005/8/layout/orgChart1"/>
    <dgm:cxn modelId="{09D1CD4B-78FF-4A4E-A1A1-C16DFA37E329}" type="presOf" srcId="{8F41D231-A83E-4E03-9620-B6DF6D4EC4ED}" destId="{08AF699A-143C-4105-A626-DCD02FAF2ABF}" srcOrd="0" destOrd="0" presId="urn:microsoft.com/office/officeart/2005/8/layout/orgChart1"/>
    <dgm:cxn modelId="{D6D22132-0028-4356-B33C-40C91D4A36F7}" type="presOf" srcId="{E94E1B42-D817-4959-9A28-AE27C9EE2736}" destId="{DFCF46BB-9AC6-4392-A5A5-DA6766DB548D}" srcOrd="0" destOrd="0" presId="urn:microsoft.com/office/officeart/2005/8/layout/orgChart1"/>
    <dgm:cxn modelId="{0012929B-567F-4C30-8FC8-ED9C6674169F}" type="presOf" srcId="{CFD3932A-F7EC-4ABD-89CA-1FC6AA93FD9B}" destId="{34520804-3251-4599-9E95-7A53F6F3C2C1}" srcOrd="0" destOrd="0" presId="urn:microsoft.com/office/officeart/2005/8/layout/orgChart1"/>
    <dgm:cxn modelId="{7F77325A-A0D4-4DDB-9D8C-1A35D48B2A2C}" type="presOf" srcId="{CF8028CA-2195-4763-8F6B-6DFDE557CE80}" destId="{024854B0-1B0C-4719-914E-4BE150C95BBC}" srcOrd="1" destOrd="0" presId="urn:microsoft.com/office/officeart/2005/8/layout/orgChart1"/>
    <dgm:cxn modelId="{F583898F-E913-4679-BAC4-54878FB47E4B}" type="presOf" srcId="{C863BE93-20B0-480A-B8C7-B76761F6C8F5}" destId="{55951C23-2C49-4F19-A30E-370BC9675319}" srcOrd="1" destOrd="0" presId="urn:microsoft.com/office/officeart/2005/8/layout/orgChart1"/>
    <dgm:cxn modelId="{228EB6E2-21CC-4AAA-BC32-55B01A43AD9F}" srcId="{CF8028CA-2195-4763-8F6B-6DFDE557CE80}" destId="{2EBD3D64-B915-4913-B00E-4F60F8A96B3D}" srcOrd="0" destOrd="0" parTransId="{E477609D-FDCC-4DD2-82C0-CB60A68E401A}" sibTransId="{1C928AE5-96A7-4BD8-8CE5-C5B592CE676A}"/>
    <dgm:cxn modelId="{7D922DA4-5B92-4215-8D8C-07EDA71E6E82}" type="presOf" srcId="{4DD77933-0C48-4096-BCB2-5A1F43BF5040}" destId="{B040283A-546D-419F-934E-1025EF784593}" srcOrd="1" destOrd="0" presId="urn:microsoft.com/office/officeart/2005/8/layout/orgChart1"/>
    <dgm:cxn modelId="{BAA45DC9-CC06-43D1-8B25-39660A0BEB29}" type="presOf" srcId="{CD8213F7-4AC9-47A3-B527-46457BC504EF}" destId="{9D91FC49-EF0D-4678-A44B-0355C79D1D83}" srcOrd="0" destOrd="0" presId="urn:microsoft.com/office/officeart/2005/8/layout/orgChart1"/>
    <dgm:cxn modelId="{47CD6723-6360-42A0-B740-1074D3828FE1}" type="presOf" srcId="{C863BE93-20B0-480A-B8C7-B76761F6C8F5}" destId="{6D96E52B-E383-432F-AA0E-225DDDB59626}" srcOrd="0" destOrd="0" presId="urn:microsoft.com/office/officeart/2005/8/layout/orgChart1"/>
    <dgm:cxn modelId="{1C217C9B-39C6-4768-947D-CE902152125D}" type="presOf" srcId="{224CC8B8-D485-484D-9980-10D5D268916A}" destId="{59BB1EBD-D40E-4D07-B1BB-5255ED34A668}" srcOrd="1" destOrd="0" presId="urn:microsoft.com/office/officeart/2005/8/layout/orgChart1"/>
    <dgm:cxn modelId="{AAE39E9C-8D49-441D-AFED-A671A288AD1D}" srcId="{21241C85-8B28-4212-912F-8ADE1BDA3062}" destId="{4DD77933-0C48-4096-BCB2-5A1F43BF5040}" srcOrd="0" destOrd="0" parTransId="{E94E1B42-D817-4959-9A28-AE27C9EE2736}" sibTransId="{0B4931AB-4753-47F3-87B5-0D4669788FCF}"/>
    <dgm:cxn modelId="{4579A916-D6A0-4572-A995-6E44377C84D9}" type="presOf" srcId="{CF8028CA-2195-4763-8F6B-6DFDE557CE80}" destId="{9D43E297-DF9E-4250-897E-6A93A25E6FAC}" srcOrd="0" destOrd="0" presId="urn:microsoft.com/office/officeart/2005/8/layout/orgChart1"/>
    <dgm:cxn modelId="{43F94C28-A97C-490C-B9B9-4FBAE57D0E3A}" type="presOf" srcId="{DD9357F0-F3B8-48DB-AA19-D134F1BFFB49}" destId="{38D8E4EB-7D0F-4549-8F63-6FED5450D6B3}" srcOrd="0" destOrd="0" presId="urn:microsoft.com/office/officeart/2005/8/layout/orgChart1"/>
    <dgm:cxn modelId="{52B019B9-AA12-45E8-AD90-B96BC52D7216}" type="presOf" srcId="{B907F17F-72C9-4B7F-8A08-120F6B8B75F6}" destId="{0056AD2E-92EC-43BD-9F50-3044ABF529A2}" srcOrd="0" destOrd="0" presId="urn:microsoft.com/office/officeart/2005/8/layout/orgChart1"/>
    <dgm:cxn modelId="{8EB092A7-E61D-461E-BB5A-84B8F88B9CDC}" srcId="{D2FB86C8-6B44-42B7-9507-CC4C536C26E9}" destId="{CFD3932A-F7EC-4ABD-89CA-1FC6AA93FD9B}" srcOrd="0" destOrd="0" parTransId="{9A7931F8-22A2-49FD-B415-56A819AE2BC7}" sibTransId="{90FBD2F4-255F-4884-B65F-A2DFEA3A53BC}"/>
    <dgm:cxn modelId="{642E45F3-C8B9-44FE-9236-24703ED4A8C0}" type="presOf" srcId="{224CC8B8-D485-484D-9980-10D5D268916A}" destId="{CB017756-1B4A-4878-AF2E-633DC5C07473}" srcOrd="0" destOrd="0" presId="urn:microsoft.com/office/officeart/2005/8/layout/orgChart1"/>
    <dgm:cxn modelId="{275CF5CF-9BB9-459C-987F-C73AF6FFC32E}" srcId="{97DE1B7E-693C-4607-B1E3-FABBE584D74C}" destId="{CD8213F7-4AC9-47A3-B527-46457BC504EF}" srcOrd="0" destOrd="0" parTransId="{16920603-DE40-43FD-93EA-208272DCE354}" sibTransId="{9B105E51-FC0B-4D04-B21B-D59504CA75BC}"/>
    <dgm:cxn modelId="{E484608B-D16C-400E-9BE9-8EE56883C462}" type="presOf" srcId="{97DE1B7E-693C-4607-B1E3-FABBE584D74C}" destId="{C13BDB14-D9E9-47A6-A3E5-F00BD1D9510B}" srcOrd="1" destOrd="0" presId="urn:microsoft.com/office/officeart/2005/8/layout/orgChart1"/>
    <dgm:cxn modelId="{4C411B35-E813-4AFE-A53D-830ADBE5B6D1}" type="presOf" srcId="{CFD3932A-F7EC-4ABD-89CA-1FC6AA93FD9B}" destId="{ECD58994-6C08-4C9C-9427-100E48C07034}" srcOrd="1" destOrd="0" presId="urn:microsoft.com/office/officeart/2005/8/layout/orgChart1"/>
    <dgm:cxn modelId="{3499CFD3-D1CB-406A-BB6E-2C0B23AF169E}" srcId="{21241C85-8B28-4212-912F-8ADE1BDA3062}" destId="{C863BE93-20B0-480A-B8C7-B76761F6C8F5}" srcOrd="1" destOrd="0" parTransId="{8F41D231-A83E-4E03-9620-B6DF6D4EC4ED}" sibTransId="{0E5EE59E-7DA1-4BD1-B6EC-8D5A12FD93C2}"/>
    <dgm:cxn modelId="{352478AA-60F0-4191-92F5-D51C15C70149}" srcId="{CFD3932A-F7EC-4ABD-89CA-1FC6AA93FD9B}" destId="{CF8028CA-2195-4763-8F6B-6DFDE557CE80}" srcOrd="0" destOrd="0" parTransId="{88DC3B29-6B52-4AF4-95FE-82D70E12DF8E}" sibTransId="{C781CFBE-753A-40BB-A440-BF3DF399F0CF}"/>
    <dgm:cxn modelId="{0660DEB9-484F-4175-BAD1-FF2244084911}" type="presOf" srcId="{CD8213F7-4AC9-47A3-B527-46457BC504EF}" destId="{2C448A0E-C5DB-4C11-98A2-404249CE9D1E}" srcOrd="1" destOrd="0" presId="urn:microsoft.com/office/officeart/2005/8/layout/orgChart1"/>
    <dgm:cxn modelId="{B017836D-142D-4479-AD83-BB37201BBED9}" srcId="{97DE1B7E-693C-4607-B1E3-FABBE584D74C}" destId="{224CC8B8-D485-484D-9980-10D5D268916A}" srcOrd="1" destOrd="0" parTransId="{B907F17F-72C9-4B7F-8A08-120F6B8B75F6}" sibTransId="{E3432AB9-5F7E-486E-8EB0-905B62DE096C}"/>
    <dgm:cxn modelId="{1F6120B4-F747-40AA-88A4-E9EC498B61ED}" type="presParOf" srcId="{E500B84F-5E82-4B53-945A-8AE526F52092}" destId="{DC9D9E0A-7B30-441A-80D0-01D323D6840E}" srcOrd="0" destOrd="0" presId="urn:microsoft.com/office/officeart/2005/8/layout/orgChart1"/>
    <dgm:cxn modelId="{8C5B58E4-5C36-42CC-896C-1CDBB91AE7EA}" type="presParOf" srcId="{DC9D9E0A-7B30-441A-80D0-01D323D6840E}" destId="{17F80941-54F6-4EE8-BD52-C7BC4DDF80F8}" srcOrd="0" destOrd="0" presId="urn:microsoft.com/office/officeart/2005/8/layout/orgChart1"/>
    <dgm:cxn modelId="{05DCB142-CF40-4C43-A08B-FA522614A95E}" type="presParOf" srcId="{17F80941-54F6-4EE8-BD52-C7BC4DDF80F8}" destId="{34520804-3251-4599-9E95-7A53F6F3C2C1}" srcOrd="0" destOrd="0" presId="urn:microsoft.com/office/officeart/2005/8/layout/orgChart1"/>
    <dgm:cxn modelId="{E9F99CCB-86ED-4BB3-8320-DC28396EDD34}" type="presParOf" srcId="{17F80941-54F6-4EE8-BD52-C7BC4DDF80F8}" destId="{ECD58994-6C08-4C9C-9427-100E48C07034}" srcOrd="1" destOrd="0" presId="urn:microsoft.com/office/officeart/2005/8/layout/orgChart1"/>
    <dgm:cxn modelId="{6547F2F0-7A0C-4292-937E-0445D1F43442}" type="presParOf" srcId="{DC9D9E0A-7B30-441A-80D0-01D323D6840E}" destId="{0FAAE27E-C5E0-49D6-88CE-6056A04408F3}" srcOrd="1" destOrd="0" presId="urn:microsoft.com/office/officeart/2005/8/layout/orgChart1"/>
    <dgm:cxn modelId="{35A2AE3E-7BF7-44E5-A55D-E9EA0BBAEB00}" type="presParOf" srcId="{0FAAE27E-C5E0-49D6-88CE-6056A04408F3}" destId="{DAAD74AD-0894-42E3-8A24-85020E5B8D88}" srcOrd="0" destOrd="0" presId="urn:microsoft.com/office/officeart/2005/8/layout/orgChart1"/>
    <dgm:cxn modelId="{A8948C30-2035-4720-9B42-7B4B2F227734}" type="presParOf" srcId="{0FAAE27E-C5E0-49D6-88CE-6056A04408F3}" destId="{43AA16F3-7756-477D-A3F3-DDBEE6E1EC53}" srcOrd="1" destOrd="0" presId="urn:microsoft.com/office/officeart/2005/8/layout/orgChart1"/>
    <dgm:cxn modelId="{52E15415-8FDA-4392-B790-BD3F1C31414B}" type="presParOf" srcId="{43AA16F3-7756-477D-A3F3-DDBEE6E1EC53}" destId="{1F918B1E-C9AC-4013-ADC3-243717701AE8}" srcOrd="0" destOrd="0" presId="urn:microsoft.com/office/officeart/2005/8/layout/orgChart1"/>
    <dgm:cxn modelId="{CA18272B-C53A-4605-BA80-508F27038385}" type="presParOf" srcId="{1F918B1E-C9AC-4013-ADC3-243717701AE8}" destId="{9D43E297-DF9E-4250-897E-6A93A25E6FAC}" srcOrd="0" destOrd="0" presId="urn:microsoft.com/office/officeart/2005/8/layout/orgChart1"/>
    <dgm:cxn modelId="{910E2EE7-3FAE-474F-97FA-C03F1ECB4D6F}" type="presParOf" srcId="{1F918B1E-C9AC-4013-ADC3-243717701AE8}" destId="{024854B0-1B0C-4719-914E-4BE150C95BBC}" srcOrd="1" destOrd="0" presId="urn:microsoft.com/office/officeart/2005/8/layout/orgChart1"/>
    <dgm:cxn modelId="{FC4C0BFB-5C5A-448E-B843-66D7F0B7B9E5}" type="presParOf" srcId="{43AA16F3-7756-477D-A3F3-DDBEE6E1EC53}" destId="{B50D22BD-8C56-4859-A4C9-B8728FB97153}" srcOrd="1" destOrd="0" presId="urn:microsoft.com/office/officeart/2005/8/layout/orgChart1"/>
    <dgm:cxn modelId="{D5A6428D-855C-48BD-AE60-6C42828BB4C5}" type="presParOf" srcId="{B50D22BD-8C56-4859-A4C9-B8728FB97153}" destId="{7F395731-FC67-4DCF-B085-7DEFCB4F2049}" srcOrd="0" destOrd="0" presId="urn:microsoft.com/office/officeart/2005/8/layout/orgChart1"/>
    <dgm:cxn modelId="{E0B9B62C-CAC5-4B4D-B7C3-F2D0BFDEFD1C}" type="presParOf" srcId="{B50D22BD-8C56-4859-A4C9-B8728FB97153}" destId="{469F9D5B-D8B0-4353-8595-747A01714443}" srcOrd="1" destOrd="0" presId="urn:microsoft.com/office/officeart/2005/8/layout/orgChart1"/>
    <dgm:cxn modelId="{C8BE5A2D-8500-4C3D-AF2F-61CC5A34B1FD}" type="presParOf" srcId="{469F9D5B-D8B0-4353-8595-747A01714443}" destId="{2CC056F8-66C1-4CB2-A185-B2D70A211ED9}" srcOrd="0" destOrd="0" presId="urn:microsoft.com/office/officeart/2005/8/layout/orgChart1"/>
    <dgm:cxn modelId="{E564F7C5-4836-4CB5-9837-D6551A6C45D7}" type="presParOf" srcId="{2CC056F8-66C1-4CB2-A185-B2D70A211ED9}" destId="{5F6C78CD-C554-44E5-B42A-D0002E3425D6}" srcOrd="0" destOrd="0" presId="urn:microsoft.com/office/officeart/2005/8/layout/orgChart1"/>
    <dgm:cxn modelId="{F5F590C3-B301-46BD-B98A-D3515A34E630}" type="presParOf" srcId="{2CC056F8-66C1-4CB2-A185-B2D70A211ED9}" destId="{3CACF5AF-4F55-434E-ABBF-8F5C916486D0}" srcOrd="1" destOrd="0" presId="urn:microsoft.com/office/officeart/2005/8/layout/orgChart1"/>
    <dgm:cxn modelId="{6726C6CD-F56C-4559-AFB9-8E01A160DC8F}" type="presParOf" srcId="{469F9D5B-D8B0-4353-8595-747A01714443}" destId="{96607888-E98D-4C9B-AF32-474FBF7DD886}" srcOrd="1" destOrd="0" presId="urn:microsoft.com/office/officeart/2005/8/layout/orgChart1"/>
    <dgm:cxn modelId="{07EB5D4E-6677-4A26-8C61-479AFBB1E21A}" type="presParOf" srcId="{469F9D5B-D8B0-4353-8595-747A01714443}" destId="{A4FCCF19-B392-43CC-B6C6-67DCA509C206}" srcOrd="2" destOrd="0" presId="urn:microsoft.com/office/officeart/2005/8/layout/orgChart1"/>
    <dgm:cxn modelId="{62967FAE-EBCB-446B-8DCE-0D9055FE0D1B}" type="presParOf" srcId="{43AA16F3-7756-477D-A3F3-DDBEE6E1EC53}" destId="{EF824B7E-5033-4576-AF8E-B429D613550D}" srcOrd="2" destOrd="0" presId="urn:microsoft.com/office/officeart/2005/8/layout/orgChart1"/>
    <dgm:cxn modelId="{1E38B080-26FE-4713-9D15-30DB9BA71BAC}" type="presParOf" srcId="{0FAAE27E-C5E0-49D6-88CE-6056A04408F3}" destId="{38D8E4EB-7D0F-4549-8F63-6FED5450D6B3}" srcOrd="2" destOrd="0" presId="urn:microsoft.com/office/officeart/2005/8/layout/orgChart1"/>
    <dgm:cxn modelId="{0B89886A-8936-4D75-B5F2-54E85F62259C}" type="presParOf" srcId="{0FAAE27E-C5E0-49D6-88CE-6056A04408F3}" destId="{42A31DD7-117D-4096-8885-0DDE68D8EA14}" srcOrd="3" destOrd="0" presId="urn:microsoft.com/office/officeart/2005/8/layout/orgChart1"/>
    <dgm:cxn modelId="{50A8F1E7-BE6A-403C-8245-5537B5EF852C}" type="presParOf" srcId="{42A31DD7-117D-4096-8885-0DDE68D8EA14}" destId="{5824CF10-EFE0-491F-828A-E79A87160FEC}" srcOrd="0" destOrd="0" presId="urn:microsoft.com/office/officeart/2005/8/layout/orgChart1"/>
    <dgm:cxn modelId="{ED3801BE-D9EB-4B3A-9A4D-F99427C11F7D}" type="presParOf" srcId="{5824CF10-EFE0-491F-828A-E79A87160FEC}" destId="{808432FC-A38E-4738-A6AA-A8B559A6C594}" srcOrd="0" destOrd="0" presId="urn:microsoft.com/office/officeart/2005/8/layout/orgChart1"/>
    <dgm:cxn modelId="{9FB8F9F2-FE8E-4E4E-9851-2230046B72F7}" type="presParOf" srcId="{5824CF10-EFE0-491F-828A-E79A87160FEC}" destId="{7740E838-E680-46FB-A641-360BAF22742A}" srcOrd="1" destOrd="0" presId="urn:microsoft.com/office/officeart/2005/8/layout/orgChart1"/>
    <dgm:cxn modelId="{38A6AB6F-08A7-46C6-BC53-12B38AEDD293}" type="presParOf" srcId="{42A31DD7-117D-4096-8885-0DDE68D8EA14}" destId="{2768BFE3-CC15-4174-848F-4E495BCE1FF4}" srcOrd="1" destOrd="0" presId="urn:microsoft.com/office/officeart/2005/8/layout/orgChart1"/>
    <dgm:cxn modelId="{7AE03013-CFC3-4F75-BF92-874D2713A015}" type="presParOf" srcId="{2768BFE3-CC15-4174-848F-4E495BCE1FF4}" destId="{DFCF46BB-9AC6-4392-A5A5-DA6766DB548D}" srcOrd="0" destOrd="0" presId="urn:microsoft.com/office/officeart/2005/8/layout/orgChart1"/>
    <dgm:cxn modelId="{93FDBDAC-9D3A-4591-AD84-23CBA8D23044}" type="presParOf" srcId="{2768BFE3-CC15-4174-848F-4E495BCE1FF4}" destId="{6C947F42-74B4-4103-9215-274252A613D2}" srcOrd="1" destOrd="0" presId="urn:microsoft.com/office/officeart/2005/8/layout/orgChart1"/>
    <dgm:cxn modelId="{3FE4E025-F25F-4B8F-AE6C-3A608B605138}" type="presParOf" srcId="{6C947F42-74B4-4103-9215-274252A613D2}" destId="{EBD3B32D-3211-4B6F-9368-A22497A455E5}" srcOrd="0" destOrd="0" presId="urn:microsoft.com/office/officeart/2005/8/layout/orgChart1"/>
    <dgm:cxn modelId="{71983322-0BAB-46B0-AB96-3E9E7F0697DC}" type="presParOf" srcId="{EBD3B32D-3211-4B6F-9368-A22497A455E5}" destId="{85E41ED6-0859-4DCA-952C-D1EB1AAD8CA9}" srcOrd="0" destOrd="0" presId="urn:microsoft.com/office/officeart/2005/8/layout/orgChart1"/>
    <dgm:cxn modelId="{17185355-2DFD-44E1-AB01-06E24B3E4B79}" type="presParOf" srcId="{EBD3B32D-3211-4B6F-9368-A22497A455E5}" destId="{B040283A-546D-419F-934E-1025EF784593}" srcOrd="1" destOrd="0" presId="urn:microsoft.com/office/officeart/2005/8/layout/orgChart1"/>
    <dgm:cxn modelId="{56C692E3-290D-46E9-A563-4FBF65DD9755}" type="presParOf" srcId="{6C947F42-74B4-4103-9215-274252A613D2}" destId="{6DF59E59-CA7D-4D39-9DD9-7B9D4A93F2F8}" srcOrd="1" destOrd="0" presId="urn:microsoft.com/office/officeart/2005/8/layout/orgChart1"/>
    <dgm:cxn modelId="{37E8A9B2-DFBC-403E-92FF-94FF3626F9CE}" type="presParOf" srcId="{6C947F42-74B4-4103-9215-274252A613D2}" destId="{4BE7FE88-0A5B-49F3-AC6B-3D9F781BCF1F}" srcOrd="2" destOrd="0" presId="urn:microsoft.com/office/officeart/2005/8/layout/orgChart1"/>
    <dgm:cxn modelId="{574F5320-C751-459A-8C05-796AD08958E4}" type="presParOf" srcId="{2768BFE3-CC15-4174-848F-4E495BCE1FF4}" destId="{08AF699A-143C-4105-A626-DCD02FAF2ABF}" srcOrd="2" destOrd="0" presId="urn:microsoft.com/office/officeart/2005/8/layout/orgChart1"/>
    <dgm:cxn modelId="{5E13C593-C1B6-4349-B559-EBFCAD42FFEA}" type="presParOf" srcId="{2768BFE3-CC15-4174-848F-4E495BCE1FF4}" destId="{3E3123F6-6BE5-417B-84C6-334C7260051F}" srcOrd="3" destOrd="0" presId="urn:microsoft.com/office/officeart/2005/8/layout/orgChart1"/>
    <dgm:cxn modelId="{2A5A235F-A583-4B4E-A033-6D1C82A5D248}" type="presParOf" srcId="{3E3123F6-6BE5-417B-84C6-334C7260051F}" destId="{3991C8F2-4559-4BAD-BBEA-66E36C1CE07A}" srcOrd="0" destOrd="0" presId="urn:microsoft.com/office/officeart/2005/8/layout/orgChart1"/>
    <dgm:cxn modelId="{A9DED02D-538F-4115-88F0-7D4C3ECB332B}" type="presParOf" srcId="{3991C8F2-4559-4BAD-BBEA-66E36C1CE07A}" destId="{6D96E52B-E383-432F-AA0E-225DDDB59626}" srcOrd="0" destOrd="0" presId="urn:microsoft.com/office/officeart/2005/8/layout/orgChart1"/>
    <dgm:cxn modelId="{E1B1C07C-6713-48DD-90A8-E9D6A5355C23}" type="presParOf" srcId="{3991C8F2-4559-4BAD-BBEA-66E36C1CE07A}" destId="{55951C23-2C49-4F19-A30E-370BC9675319}" srcOrd="1" destOrd="0" presId="urn:microsoft.com/office/officeart/2005/8/layout/orgChart1"/>
    <dgm:cxn modelId="{F92B4DE3-FC1F-41DD-8AB0-447C47F68009}" type="presParOf" srcId="{3E3123F6-6BE5-417B-84C6-334C7260051F}" destId="{906B30A8-9D09-4663-9A7D-E3CB5D04866C}" srcOrd="1" destOrd="0" presId="urn:microsoft.com/office/officeart/2005/8/layout/orgChart1"/>
    <dgm:cxn modelId="{183E3A68-6F73-4803-ABCA-081BD14C943B}" type="presParOf" srcId="{3E3123F6-6BE5-417B-84C6-334C7260051F}" destId="{AF744386-8A4B-4E7F-A4F6-4D8FE4DBA8B7}" srcOrd="2" destOrd="0" presId="urn:microsoft.com/office/officeart/2005/8/layout/orgChart1"/>
    <dgm:cxn modelId="{80BF2D6D-41E5-41D4-B188-35DDE6EA1A79}" type="presParOf" srcId="{42A31DD7-117D-4096-8885-0DDE68D8EA14}" destId="{2CFDCB58-34D3-4EF2-9BF0-871B3AC81094}" srcOrd="2" destOrd="0" presId="urn:microsoft.com/office/officeart/2005/8/layout/orgChart1"/>
    <dgm:cxn modelId="{ED47D535-0A2C-4D43-9DE9-37E2993A005E}" type="presParOf" srcId="{0FAAE27E-C5E0-49D6-88CE-6056A04408F3}" destId="{937D17AF-D7D6-42FC-BF67-78631B7E2213}" srcOrd="4" destOrd="0" presId="urn:microsoft.com/office/officeart/2005/8/layout/orgChart1"/>
    <dgm:cxn modelId="{9C35E0A7-BBF4-4268-A294-A4A3B1801CD6}" type="presParOf" srcId="{0FAAE27E-C5E0-49D6-88CE-6056A04408F3}" destId="{BCB8B010-BEC2-4167-9B2B-6ED1963797D6}" srcOrd="5" destOrd="0" presId="urn:microsoft.com/office/officeart/2005/8/layout/orgChart1"/>
    <dgm:cxn modelId="{A7460146-C0D2-495D-A8AD-72A3DE26DF1D}" type="presParOf" srcId="{BCB8B010-BEC2-4167-9B2B-6ED1963797D6}" destId="{302D777A-84C6-4781-A5E8-29F5AFDDAB4E}" srcOrd="0" destOrd="0" presId="urn:microsoft.com/office/officeart/2005/8/layout/orgChart1"/>
    <dgm:cxn modelId="{59999F6B-9CB7-4D33-BE2B-7D86DA857167}" type="presParOf" srcId="{302D777A-84C6-4781-A5E8-29F5AFDDAB4E}" destId="{412FC457-9B4D-4A13-A03A-9B70E3BDDD0C}" srcOrd="0" destOrd="0" presId="urn:microsoft.com/office/officeart/2005/8/layout/orgChart1"/>
    <dgm:cxn modelId="{20249023-6972-45EC-AC13-161013AFC9D9}" type="presParOf" srcId="{302D777A-84C6-4781-A5E8-29F5AFDDAB4E}" destId="{C13BDB14-D9E9-47A6-A3E5-F00BD1D9510B}" srcOrd="1" destOrd="0" presId="urn:microsoft.com/office/officeart/2005/8/layout/orgChart1"/>
    <dgm:cxn modelId="{51C024AA-1388-4067-AA33-18F578DA627F}" type="presParOf" srcId="{BCB8B010-BEC2-4167-9B2B-6ED1963797D6}" destId="{1A6FEF09-0C4C-4B67-91FA-0A9B93EB7E05}" srcOrd="1" destOrd="0" presId="urn:microsoft.com/office/officeart/2005/8/layout/orgChart1"/>
    <dgm:cxn modelId="{F06C7FBF-276F-44F1-BE52-3BD0B1D87F52}" type="presParOf" srcId="{1A6FEF09-0C4C-4B67-91FA-0A9B93EB7E05}" destId="{00B17FBF-1208-4676-BAB4-71279C477C1C}" srcOrd="0" destOrd="0" presId="urn:microsoft.com/office/officeart/2005/8/layout/orgChart1"/>
    <dgm:cxn modelId="{59F91738-D926-42D3-B9CB-41A84CB6748A}" type="presParOf" srcId="{1A6FEF09-0C4C-4B67-91FA-0A9B93EB7E05}" destId="{E13C6F27-331F-4758-97B8-5BEE86311444}" srcOrd="1" destOrd="0" presId="urn:microsoft.com/office/officeart/2005/8/layout/orgChart1"/>
    <dgm:cxn modelId="{AD4F6F4F-4804-437F-87C6-55A219F4E4B8}" type="presParOf" srcId="{E13C6F27-331F-4758-97B8-5BEE86311444}" destId="{A5E18CF6-A969-4CA1-8FC0-84A4ADE0CB7C}" srcOrd="0" destOrd="0" presId="urn:microsoft.com/office/officeart/2005/8/layout/orgChart1"/>
    <dgm:cxn modelId="{4DDF788C-E910-46E1-AA12-04EBB86C4BB4}" type="presParOf" srcId="{A5E18CF6-A969-4CA1-8FC0-84A4ADE0CB7C}" destId="{9D91FC49-EF0D-4678-A44B-0355C79D1D83}" srcOrd="0" destOrd="0" presId="urn:microsoft.com/office/officeart/2005/8/layout/orgChart1"/>
    <dgm:cxn modelId="{730391E8-9034-4898-97CE-09EF170629AC}" type="presParOf" srcId="{A5E18CF6-A969-4CA1-8FC0-84A4ADE0CB7C}" destId="{2C448A0E-C5DB-4C11-98A2-404249CE9D1E}" srcOrd="1" destOrd="0" presId="urn:microsoft.com/office/officeart/2005/8/layout/orgChart1"/>
    <dgm:cxn modelId="{E4780FF8-8E02-4ED8-AC8A-3BA3A8D60A42}" type="presParOf" srcId="{E13C6F27-331F-4758-97B8-5BEE86311444}" destId="{AF7DF725-513C-43DC-B423-69FC2AE745D9}" srcOrd="1" destOrd="0" presId="urn:microsoft.com/office/officeart/2005/8/layout/orgChart1"/>
    <dgm:cxn modelId="{57F18C02-C333-4400-9509-E65A1E4C162D}" type="presParOf" srcId="{E13C6F27-331F-4758-97B8-5BEE86311444}" destId="{AB86C2D1-7E64-4FF5-9A78-29AC9B6A8B1F}" srcOrd="2" destOrd="0" presId="urn:microsoft.com/office/officeart/2005/8/layout/orgChart1"/>
    <dgm:cxn modelId="{69C4FEEE-3D8E-445E-B709-63A19A1BD051}" type="presParOf" srcId="{1A6FEF09-0C4C-4B67-91FA-0A9B93EB7E05}" destId="{0056AD2E-92EC-43BD-9F50-3044ABF529A2}" srcOrd="2" destOrd="0" presId="urn:microsoft.com/office/officeart/2005/8/layout/orgChart1"/>
    <dgm:cxn modelId="{AA9A74F3-0D97-4060-8B33-5290A9E6945F}" type="presParOf" srcId="{1A6FEF09-0C4C-4B67-91FA-0A9B93EB7E05}" destId="{774DC957-FFAD-4BE7-94FA-FE556EDC47D1}" srcOrd="3" destOrd="0" presId="urn:microsoft.com/office/officeart/2005/8/layout/orgChart1"/>
    <dgm:cxn modelId="{4FA293C9-B413-49F4-B5F0-4D2826102C3E}" type="presParOf" srcId="{774DC957-FFAD-4BE7-94FA-FE556EDC47D1}" destId="{D32AE2BC-FABB-4075-B9CD-A99441FAAB92}" srcOrd="0" destOrd="0" presId="urn:microsoft.com/office/officeart/2005/8/layout/orgChart1"/>
    <dgm:cxn modelId="{6497ECEC-0ADD-4601-8CB8-5096501F93D7}" type="presParOf" srcId="{D32AE2BC-FABB-4075-B9CD-A99441FAAB92}" destId="{CB017756-1B4A-4878-AF2E-633DC5C07473}" srcOrd="0" destOrd="0" presId="urn:microsoft.com/office/officeart/2005/8/layout/orgChart1"/>
    <dgm:cxn modelId="{8AA8FE36-9EDE-4F64-B6BE-CF90481C7FE5}" type="presParOf" srcId="{D32AE2BC-FABB-4075-B9CD-A99441FAAB92}" destId="{59BB1EBD-D40E-4D07-B1BB-5255ED34A668}" srcOrd="1" destOrd="0" presId="urn:microsoft.com/office/officeart/2005/8/layout/orgChart1"/>
    <dgm:cxn modelId="{960B0AED-051D-4597-88C0-F7A344E015AC}" type="presParOf" srcId="{774DC957-FFAD-4BE7-94FA-FE556EDC47D1}" destId="{088D5D91-1DE9-4CC1-BAF8-D438C7930EC2}" srcOrd="1" destOrd="0" presId="urn:microsoft.com/office/officeart/2005/8/layout/orgChart1"/>
    <dgm:cxn modelId="{5967C424-9411-42B5-B584-ACF4CBDDED34}" type="presParOf" srcId="{774DC957-FFAD-4BE7-94FA-FE556EDC47D1}" destId="{9DEEF97E-8DF2-4332-9A8C-09A863FFC832}" srcOrd="2" destOrd="0" presId="urn:microsoft.com/office/officeart/2005/8/layout/orgChart1"/>
    <dgm:cxn modelId="{223A4888-BB2E-49A4-B67D-097AAEFEC096}" type="presParOf" srcId="{BCB8B010-BEC2-4167-9B2B-6ED1963797D6}" destId="{179DA8C0-CC53-4741-9A13-440776960094}" srcOrd="2" destOrd="0" presId="urn:microsoft.com/office/officeart/2005/8/layout/orgChart1"/>
    <dgm:cxn modelId="{B8A02F6B-340B-4D89-8DB5-27BD7043C085}" type="presParOf" srcId="{DC9D9E0A-7B30-441A-80D0-01D323D6840E}" destId="{C10B08D9-BF60-460B-AD05-69E478B402B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2FB86C8-6B44-42B7-9507-CC4C536C26E9}" type="doc">
      <dgm:prSet loTypeId="urn:microsoft.com/office/officeart/2005/8/layout/orgChart1" loCatId="hierarchy" qsTypeId="urn:microsoft.com/office/officeart/2005/8/quickstyle/simple1" qsCatId="simple" csTypeId="urn:microsoft.com/office/officeart/2005/8/colors/colorful4" csCatId="colorful" phldr="1"/>
      <dgm:spPr/>
      <dgm:t>
        <a:bodyPr/>
        <a:lstStyle/>
        <a:p>
          <a:endParaRPr lang="es-ES"/>
        </a:p>
      </dgm:t>
    </dgm:pt>
    <dgm:pt modelId="{CFD3932A-F7EC-4ABD-89CA-1FC6AA93FD9B}">
      <dgm:prSet phldrT="[Texto]" custT="1"/>
      <dgm:spPr/>
      <dgm:t>
        <a:bodyPr/>
        <a:lstStyle/>
        <a:p>
          <a:r>
            <a:rPr lang="es-ES" sz="1800" dirty="0" smtClean="0"/>
            <a:t>Proyecto de mejora de la comunicación intercultural en la UCM</a:t>
          </a:r>
          <a:endParaRPr lang="es-ES" sz="1800" dirty="0"/>
        </a:p>
      </dgm:t>
    </dgm:pt>
    <dgm:pt modelId="{9A7931F8-22A2-49FD-B415-56A819AE2BC7}" type="parTrans" cxnId="{8EB092A7-E61D-461E-BB5A-84B8F88B9CDC}">
      <dgm:prSet/>
      <dgm:spPr/>
      <dgm:t>
        <a:bodyPr/>
        <a:lstStyle/>
        <a:p>
          <a:endParaRPr lang="es-ES"/>
        </a:p>
      </dgm:t>
    </dgm:pt>
    <dgm:pt modelId="{90FBD2F4-255F-4884-B65F-A2DFEA3A53BC}" type="sibTrans" cxnId="{8EB092A7-E61D-461E-BB5A-84B8F88B9CDC}">
      <dgm:prSet/>
      <dgm:spPr/>
      <dgm:t>
        <a:bodyPr/>
        <a:lstStyle/>
        <a:p>
          <a:endParaRPr lang="es-ES"/>
        </a:p>
      </dgm:t>
    </dgm:pt>
    <dgm:pt modelId="{CF8028CA-2195-4763-8F6B-6DFDE557CE80}">
      <dgm:prSet phldrT="[Texto]" custT="1"/>
      <dgm:spPr/>
      <dgm:t>
        <a:bodyPr/>
        <a:lstStyle/>
        <a:p>
          <a:r>
            <a:rPr lang="es-ES" sz="1200" dirty="0" smtClean="0"/>
            <a:t>Programa de </a:t>
          </a:r>
          <a:r>
            <a:rPr lang="es-ES" sz="1200" dirty="0" err="1" smtClean="0"/>
            <a:t>mentoring</a:t>
          </a:r>
          <a:r>
            <a:rPr lang="es-ES" sz="1200" dirty="0" smtClean="0"/>
            <a:t>, con alumnos voluntarios.</a:t>
          </a:r>
          <a:endParaRPr lang="es-ES" sz="1200" dirty="0"/>
        </a:p>
      </dgm:t>
    </dgm:pt>
    <dgm:pt modelId="{88DC3B29-6B52-4AF4-95FE-82D70E12DF8E}" type="parTrans" cxnId="{352478AA-60F0-4191-92F5-D51C15C70149}">
      <dgm:prSet/>
      <dgm:spPr/>
      <dgm:t>
        <a:bodyPr/>
        <a:lstStyle/>
        <a:p>
          <a:endParaRPr lang="es-ES"/>
        </a:p>
      </dgm:t>
    </dgm:pt>
    <dgm:pt modelId="{C781CFBE-753A-40BB-A440-BF3DF399F0CF}" type="sibTrans" cxnId="{352478AA-60F0-4191-92F5-D51C15C70149}">
      <dgm:prSet/>
      <dgm:spPr/>
      <dgm:t>
        <a:bodyPr/>
        <a:lstStyle/>
        <a:p>
          <a:endParaRPr lang="es-ES"/>
        </a:p>
      </dgm:t>
    </dgm:pt>
    <dgm:pt modelId="{21241C85-8B28-4212-912F-8ADE1BDA3062}">
      <dgm:prSet phldrT="[Texto]" custT="1"/>
      <dgm:spPr/>
      <dgm:t>
        <a:bodyPr/>
        <a:lstStyle/>
        <a:p>
          <a:r>
            <a:rPr lang="es-ES" sz="1200" dirty="0" smtClean="0"/>
            <a:t>Fiestas y eventos interculturales</a:t>
          </a:r>
          <a:endParaRPr lang="es-ES" sz="1200" dirty="0"/>
        </a:p>
      </dgm:t>
    </dgm:pt>
    <dgm:pt modelId="{DD9357F0-F3B8-48DB-AA19-D134F1BFFB49}" type="parTrans" cxnId="{94B3EB84-9C0B-4454-A0C8-00C61FEEBBD7}">
      <dgm:prSet/>
      <dgm:spPr/>
      <dgm:t>
        <a:bodyPr/>
        <a:lstStyle/>
        <a:p>
          <a:endParaRPr lang="es-ES"/>
        </a:p>
      </dgm:t>
    </dgm:pt>
    <dgm:pt modelId="{0411F8ED-C5A7-4DF3-8394-2BB783E18F6C}" type="sibTrans" cxnId="{94B3EB84-9C0B-4454-A0C8-00C61FEEBBD7}">
      <dgm:prSet/>
      <dgm:spPr/>
      <dgm:t>
        <a:bodyPr/>
        <a:lstStyle/>
        <a:p>
          <a:endParaRPr lang="es-ES"/>
        </a:p>
      </dgm:t>
    </dgm:pt>
    <dgm:pt modelId="{4DD77933-0C48-4096-BCB2-5A1F43BF5040}">
      <dgm:prSet phldrT="[Texto]"/>
      <dgm:spPr/>
      <dgm:t>
        <a:bodyPr/>
        <a:lstStyle/>
        <a:p>
          <a:r>
            <a:rPr lang="es-ES" dirty="0" smtClean="0"/>
            <a:t>Por nacionalidades / culturas, los alumnos explican sus diferencias culturales, bajo el eje común de la comida y costumbres</a:t>
          </a:r>
          <a:endParaRPr lang="es-ES" dirty="0"/>
        </a:p>
      </dgm:t>
    </dgm:pt>
    <dgm:pt modelId="{E94E1B42-D817-4959-9A28-AE27C9EE2736}" type="parTrans" cxnId="{AAE39E9C-8D49-441D-AFED-A671A288AD1D}">
      <dgm:prSet/>
      <dgm:spPr/>
      <dgm:t>
        <a:bodyPr/>
        <a:lstStyle/>
        <a:p>
          <a:endParaRPr lang="es-ES"/>
        </a:p>
      </dgm:t>
    </dgm:pt>
    <dgm:pt modelId="{0B4931AB-4753-47F3-87B5-0D4669788FCF}" type="sibTrans" cxnId="{AAE39E9C-8D49-441D-AFED-A671A288AD1D}">
      <dgm:prSet/>
      <dgm:spPr/>
      <dgm:t>
        <a:bodyPr/>
        <a:lstStyle/>
        <a:p>
          <a:endParaRPr lang="es-ES"/>
        </a:p>
      </dgm:t>
    </dgm:pt>
    <dgm:pt modelId="{C863BE93-20B0-480A-B8C7-B76761F6C8F5}">
      <dgm:prSet phldrT="[Texto]"/>
      <dgm:spPr/>
      <dgm:t>
        <a:bodyPr/>
        <a:lstStyle/>
        <a:p>
          <a:r>
            <a:rPr lang="es-ES" dirty="0" smtClean="0"/>
            <a:t>Concursos tipo trivial de conocimiento intercultural (que se puede vincular al programa de </a:t>
          </a:r>
          <a:r>
            <a:rPr lang="es-ES" dirty="0" err="1" smtClean="0"/>
            <a:t>mentoring</a:t>
          </a:r>
          <a:r>
            <a:rPr lang="es-ES" dirty="0" smtClean="0"/>
            <a:t>)</a:t>
          </a:r>
          <a:endParaRPr lang="es-ES" dirty="0"/>
        </a:p>
      </dgm:t>
    </dgm:pt>
    <dgm:pt modelId="{8F41D231-A83E-4E03-9620-B6DF6D4EC4ED}" type="parTrans" cxnId="{3499CFD3-D1CB-406A-BB6E-2C0B23AF169E}">
      <dgm:prSet/>
      <dgm:spPr/>
      <dgm:t>
        <a:bodyPr/>
        <a:lstStyle/>
        <a:p>
          <a:endParaRPr lang="es-ES"/>
        </a:p>
      </dgm:t>
    </dgm:pt>
    <dgm:pt modelId="{0E5EE59E-7DA1-4BD1-B6EC-8D5A12FD93C2}" type="sibTrans" cxnId="{3499CFD3-D1CB-406A-BB6E-2C0B23AF169E}">
      <dgm:prSet/>
      <dgm:spPr/>
      <dgm:t>
        <a:bodyPr/>
        <a:lstStyle/>
        <a:p>
          <a:endParaRPr lang="es-ES"/>
        </a:p>
      </dgm:t>
    </dgm:pt>
    <dgm:pt modelId="{97DE1B7E-693C-4607-B1E3-FABBE584D74C}">
      <dgm:prSet phldrT="[Texto]" custT="1"/>
      <dgm:spPr/>
      <dgm:t>
        <a:bodyPr/>
        <a:lstStyle/>
        <a:p>
          <a:r>
            <a:rPr lang="es-ES" sz="1200" dirty="0" smtClean="0"/>
            <a:t>Guía de buenas prácticas</a:t>
          </a:r>
          <a:endParaRPr lang="es-ES" sz="1200" dirty="0"/>
        </a:p>
      </dgm:t>
    </dgm:pt>
    <dgm:pt modelId="{5C8F6D3E-99C3-4D65-B0A1-7992C17BF1F3}" type="parTrans" cxnId="{9E5A881F-C492-4550-8FC0-ADE59745EAE1}">
      <dgm:prSet/>
      <dgm:spPr/>
      <dgm:t>
        <a:bodyPr/>
        <a:lstStyle/>
        <a:p>
          <a:endParaRPr lang="es-ES"/>
        </a:p>
      </dgm:t>
    </dgm:pt>
    <dgm:pt modelId="{9C800A19-DED6-4E87-8F7F-FA6C1325DEBD}" type="sibTrans" cxnId="{9E5A881F-C492-4550-8FC0-ADE59745EAE1}">
      <dgm:prSet/>
      <dgm:spPr/>
      <dgm:t>
        <a:bodyPr/>
        <a:lstStyle/>
        <a:p>
          <a:endParaRPr lang="es-ES"/>
        </a:p>
      </dgm:t>
    </dgm:pt>
    <dgm:pt modelId="{CD8213F7-4AC9-47A3-B527-46457BC504EF}">
      <dgm:prSet phldrT="[Texto]"/>
      <dgm:spPr/>
      <dgm:t>
        <a:bodyPr/>
        <a:lstStyle/>
        <a:p>
          <a:r>
            <a:rPr lang="es-ES" dirty="0" smtClean="0"/>
            <a:t>Guía con recomendaciones para todos los colectivos involucrados (profesores, alumnos españoles y extranjeros, otro personal…)</a:t>
          </a:r>
        </a:p>
      </dgm:t>
    </dgm:pt>
    <dgm:pt modelId="{16920603-DE40-43FD-93EA-208272DCE354}" type="parTrans" cxnId="{275CF5CF-9BB9-459C-987F-C73AF6FFC32E}">
      <dgm:prSet/>
      <dgm:spPr/>
      <dgm:t>
        <a:bodyPr/>
        <a:lstStyle/>
        <a:p>
          <a:endParaRPr lang="es-ES"/>
        </a:p>
      </dgm:t>
    </dgm:pt>
    <dgm:pt modelId="{9B105E51-FC0B-4D04-B21B-D59504CA75BC}" type="sibTrans" cxnId="{275CF5CF-9BB9-459C-987F-C73AF6FFC32E}">
      <dgm:prSet/>
      <dgm:spPr/>
      <dgm:t>
        <a:bodyPr/>
        <a:lstStyle/>
        <a:p>
          <a:endParaRPr lang="es-ES"/>
        </a:p>
      </dgm:t>
    </dgm:pt>
    <dgm:pt modelId="{2EBD3D64-B915-4913-B00E-4F60F8A96B3D}">
      <dgm:prSet phldrT="[Texto]"/>
      <dgm:spPr/>
      <dgm:t>
        <a:bodyPr/>
        <a:lstStyle/>
        <a:p>
          <a:r>
            <a:rPr lang="es-ES" dirty="0" smtClean="0"/>
            <a:t>Intercambio cultural y lingüístico en </a:t>
          </a:r>
          <a:r>
            <a:rPr lang="es-ES" dirty="0" err="1" smtClean="0"/>
            <a:t>duos</a:t>
          </a:r>
          <a:r>
            <a:rPr lang="es-ES" dirty="0" smtClean="0"/>
            <a:t> o grupos pequeños</a:t>
          </a:r>
          <a:endParaRPr lang="es-ES" dirty="0"/>
        </a:p>
      </dgm:t>
    </dgm:pt>
    <dgm:pt modelId="{E477609D-FDCC-4DD2-82C0-CB60A68E401A}" type="parTrans" cxnId="{228EB6E2-21CC-4AAA-BC32-55B01A43AD9F}">
      <dgm:prSet/>
      <dgm:spPr/>
      <dgm:t>
        <a:bodyPr/>
        <a:lstStyle/>
        <a:p>
          <a:endParaRPr lang="es-ES"/>
        </a:p>
      </dgm:t>
    </dgm:pt>
    <dgm:pt modelId="{1C928AE5-96A7-4BD8-8CE5-C5B592CE676A}" type="sibTrans" cxnId="{228EB6E2-21CC-4AAA-BC32-55B01A43AD9F}">
      <dgm:prSet/>
      <dgm:spPr/>
      <dgm:t>
        <a:bodyPr/>
        <a:lstStyle/>
        <a:p>
          <a:endParaRPr lang="es-ES"/>
        </a:p>
      </dgm:t>
    </dgm:pt>
    <dgm:pt modelId="{224CC8B8-D485-484D-9980-10D5D268916A}">
      <dgm:prSet/>
      <dgm:spPr/>
      <dgm:t>
        <a:bodyPr/>
        <a:lstStyle/>
        <a:p>
          <a:r>
            <a:rPr lang="es-ES" dirty="0" smtClean="0"/>
            <a:t>Acciones de sensibilización de la comunidad universitaria</a:t>
          </a:r>
          <a:endParaRPr lang="es-ES" dirty="0"/>
        </a:p>
      </dgm:t>
    </dgm:pt>
    <dgm:pt modelId="{B907F17F-72C9-4B7F-8A08-120F6B8B75F6}" type="parTrans" cxnId="{B017836D-142D-4479-AD83-BB37201BBED9}">
      <dgm:prSet/>
      <dgm:spPr/>
      <dgm:t>
        <a:bodyPr/>
        <a:lstStyle/>
        <a:p>
          <a:endParaRPr lang="es-ES"/>
        </a:p>
      </dgm:t>
    </dgm:pt>
    <dgm:pt modelId="{E3432AB9-5F7E-486E-8EB0-905B62DE096C}" type="sibTrans" cxnId="{B017836D-142D-4479-AD83-BB37201BBED9}">
      <dgm:prSet/>
      <dgm:spPr/>
      <dgm:t>
        <a:bodyPr/>
        <a:lstStyle/>
        <a:p>
          <a:endParaRPr lang="es-ES"/>
        </a:p>
      </dgm:t>
    </dgm:pt>
    <dgm:pt modelId="{E500B84F-5E82-4B53-945A-8AE526F52092}" type="pres">
      <dgm:prSet presAssocID="{D2FB86C8-6B44-42B7-9507-CC4C536C26E9}" presName="hierChild1" presStyleCnt="0">
        <dgm:presLayoutVars>
          <dgm:orgChart val="1"/>
          <dgm:chPref val="1"/>
          <dgm:dir/>
          <dgm:animOne val="branch"/>
          <dgm:animLvl val="lvl"/>
          <dgm:resizeHandles/>
        </dgm:presLayoutVars>
      </dgm:prSet>
      <dgm:spPr/>
      <dgm:t>
        <a:bodyPr/>
        <a:lstStyle/>
        <a:p>
          <a:endParaRPr lang="es-ES"/>
        </a:p>
      </dgm:t>
    </dgm:pt>
    <dgm:pt modelId="{DC9D9E0A-7B30-441A-80D0-01D323D6840E}" type="pres">
      <dgm:prSet presAssocID="{CFD3932A-F7EC-4ABD-89CA-1FC6AA93FD9B}" presName="hierRoot1" presStyleCnt="0">
        <dgm:presLayoutVars>
          <dgm:hierBranch val="init"/>
        </dgm:presLayoutVars>
      </dgm:prSet>
      <dgm:spPr/>
      <dgm:t>
        <a:bodyPr/>
        <a:lstStyle/>
        <a:p>
          <a:endParaRPr lang="es-ES"/>
        </a:p>
      </dgm:t>
    </dgm:pt>
    <dgm:pt modelId="{17F80941-54F6-4EE8-BD52-C7BC4DDF80F8}" type="pres">
      <dgm:prSet presAssocID="{CFD3932A-F7EC-4ABD-89CA-1FC6AA93FD9B}" presName="rootComposite1" presStyleCnt="0"/>
      <dgm:spPr/>
      <dgm:t>
        <a:bodyPr/>
        <a:lstStyle/>
        <a:p>
          <a:endParaRPr lang="es-ES"/>
        </a:p>
      </dgm:t>
    </dgm:pt>
    <dgm:pt modelId="{34520804-3251-4599-9E95-7A53F6F3C2C1}" type="pres">
      <dgm:prSet presAssocID="{CFD3932A-F7EC-4ABD-89CA-1FC6AA93FD9B}" presName="rootText1" presStyleLbl="node0" presStyleIdx="0" presStyleCnt="1" custScaleX="368043">
        <dgm:presLayoutVars>
          <dgm:chPref val="3"/>
        </dgm:presLayoutVars>
      </dgm:prSet>
      <dgm:spPr/>
      <dgm:t>
        <a:bodyPr/>
        <a:lstStyle/>
        <a:p>
          <a:endParaRPr lang="es-ES"/>
        </a:p>
      </dgm:t>
    </dgm:pt>
    <dgm:pt modelId="{ECD58994-6C08-4C9C-9427-100E48C07034}" type="pres">
      <dgm:prSet presAssocID="{CFD3932A-F7EC-4ABD-89CA-1FC6AA93FD9B}" presName="rootConnector1" presStyleLbl="node1" presStyleIdx="0" presStyleCnt="0"/>
      <dgm:spPr/>
      <dgm:t>
        <a:bodyPr/>
        <a:lstStyle/>
        <a:p>
          <a:endParaRPr lang="es-ES"/>
        </a:p>
      </dgm:t>
    </dgm:pt>
    <dgm:pt modelId="{0FAAE27E-C5E0-49D6-88CE-6056A04408F3}" type="pres">
      <dgm:prSet presAssocID="{CFD3932A-F7EC-4ABD-89CA-1FC6AA93FD9B}" presName="hierChild2" presStyleCnt="0"/>
      <dgm:spPr/>
      <dgm:t>
        <a:bodyPr/>
        <a:lstStyle/>
        <a:p>
          <a:endParaRPr lang="es-ES"/>
        </a:p>
      </dgm:t>
    </dgm:pt>
    <dgm:pt modelId="{DAAD74AD-0894-42E3-8A24-85020E5B8D88}" type="pres">
      <dgm:prSet presAssocID="{88DC3B29-6B52-4AF4-95FE-82D70E12DF8E}" presName="Name37" presStyleLbl="parChTrans1D2" presStyleIdx="0" presStyleCnt="3"/>
      <dgm:spPr/>
      <dgm:t>
        <a:bodyPr/>
        <a:lstStyle/>
        <a:p>
          <a:endParaRPr lang="es-ES"/>
        </a:p>
      </dgm:t>
    </dgm:pt>
    <dgm:pt modelId="{43AA16F3-7756-477D-A3F3-DDBEE6E1EC53}" type="pres">
      <dgm:prSet presAssocID="{CF8028CA-2195-4763-8F6B-6DFDE557CE80}" presName="hierRoot2" presStyleCnt="0">
        <dgm:presLayoutVars>
          <dgm:hierBranch val="init"/>
        </dgm:presLayoutVars>
      </dgm:prSet>
      <dgm:spPr/>
      <dgm:t>
        <a:bodyPr/>
        <a:lstStyle/>
        <a:p>
          <a:endParaRPr lang="es-ES"/>
        </a:p>
      </dgm:t>
    </dgm:pt>
    <dgm:pt modelId="{1F918B1E-C9AC-4013-ADC3-243717701AE8}" type="pres">
      <dgm:prSet presAssocID="{CF8028CA-2195-4763-8F6B-6DFDE557CE80}" presName="rootComposite" presStyleCnt="0"/>
      <dgm:spPr/>
      <dgm:t>
        <a:bodyPr/>
        <a:lstStyle/>
        <a:p>
          <a:endParaRPr lang="es-ES"/>
        </a:p>
      </dgm:t>
    </dgm:pt>
    <dgm:pt modelId="{9D43E297-DF9E-4250-897E-6A93A25E6FAC}" type="pres">
      <dgm:prSet presAssocID="{CF8028CA-2195-4763-8F6B-6DFDE557CE80}" presName="rootText" presStyleLbl="node2" presStyleIdx="0" presStyleCnt="3" custScaleX="184900">
        <dgm:presLayoutVars>
          <dgm:chPref val="3"/>
        </dgm:presLayoutVars>
      </dgm:prSet>
      <dgm:spPr/>
      <dgm:t>
        <a:bodyPr/>
        <a:lstStyle/>
        <a:p>
          <a:endParaRPr lang="es-ES"/>
        </a:p>
      </dgm:t>
    </dgm:pt>
    <dgm:pt modelId="{024854B0-1B0C-4719-914E-4BE150C95BBC}" type="pres">
      <dgm:prSet presAssocID="{CF8028CA-2195-4763-8F6B-6DFDE557CE80}" presName="rootConnector" presStyleLbl="node2" presStyleIdx="0" presStyleCnt="3"/>
      <dgm:spPr/>
      <dgm:t>
        <a:bodyPr/>
        <a:lstStyle/>
        <a:p>
          <a:endParaRPr lang="es-ES"/>
        </a:p>
      </dgm:t>
    </dgm:pt>
    <dgm:pt modelId="{B50D22BD-8C56-4859-A4C9-B8728FB97153}" type="pres">
      <dgm:prSet presAssocID="{CF8028CA-2195-4763-8F6B-6DFDE557CE80}" presName="hierChild4" presStyleCnt="0"/>
      <dgm:spPr/>
      <dgm:t>
        <a:bodyPr/>
        <a:lstStyle/>
        <a:p>
          <a:endParaRPr lang="es-ES"/>
        </a:p>
      </dgm:t>
    </dgm:pt>
    <dgm:pt modelId="{7F395731-FC67-4DCF-B085-7DEFCB4F2049}" type="pres">
      <dgm:prSet presAssocID="{E477609D-FDCC-4DD2-82C0-CB60A68E401A}" presName="Name37" presStyleLbl="parChTrans1D3" presStyleIdx="0" presStyleCnt="5"/>
      <dgm:spPr/>
      <dgm:t>
        <a:bodyPr/>
        <a:lstStyle/>
        <a:p>
          <a:endParaRPr lang="es-ES"/>
        </a:p>
      </dgm:t>
    </dgm:pt>
    <dgm:pt modelId="{469F9D5B-D8B0-4353-8595-747A01714443}" type="pres">
      <dgm:prSet presAssocID="{2EBD3D64-B915-4913-B00E-4F60F8A96B3D}" presName="hierRoot2" presStyleCnt="0">
        <dgm:presLayoutVars>
          <dgm:hierBranch val="init"/>
        </dgm:presLayoutVars>
      </dgm:prSet>
      <dgm:spPr/>
      <dgm:t>
        <a:bodyPr/>
        <a:lstStyle/>
        <a:p>
          <a:endParaRPr lang="es-ES"/>
        </a:p>
      </dgm:t>
    </dgm:pt>
    <dgm:pt modelId="{2CC056F8-66C1-4CB2-A185-B2D70A211ED9}" type="pres">
      <dgm:prSet presAssocID="{2EBD3D64-B915-4913-B00E-4F60F8A96B3D}" presName="rootComposite" presStyleCnt="0"/>
      <dgm:spPr/>
      <dgm:t>
        <a:bodyPr/>
        <a:lstStyle/>
        <a:p>
          <a:endParaRPr lang="es-ES"/>
        </a:p>
      </dgm:t>
    </dgm:pt>
    <dgm:pt modelId="{5F6C78CD-C554-44E5-B42A-D0002E3425D6}" type="pres">
      <dgm:prSet presAssocID="{2EBD3D64-B915-4913-B00E-4F60F8A96B3D}" presName="rootText" presStyleLbl="node3" presStyleIdx="0" presStyleCnt="5" custScaleX="133811">
        <dgm:presLayoutVars>
          <dgm:chPref val="3"/>
        </dgm:presLayoutVars>
      </dgm:prSet>
      <dgm:spPr/>
      <dgm:t>
        <a:bodyPr/>
        <a:lstStyle/>
        <a:p>
          <a:endParaRPr lang="es-ES"/>
        </a:p>
      </dgm:t>
    </dgm:pt>
    <dgm:pt modelId="{3CACF5AF-4F55-434E-ABBF-8F5C916486D0}" type="pres">
      <dgm:prSet presAssocID="{2EBD3D64-B915-4913-B00E-4F60F8A96B3D}" presName="rootConnector" presStyleLbl="node3" presStyleIdx="0" presStyleCnt="5"/>
      <dgm:spPr/>
      <dgm:t>
        <a:bodyPr/>
        <a:lstStyle/>
        <a:p>
          <a:endParaRPr lang="es-ES"/>
        </a:p>
      </dgm:t>
    </dgm:pt>
    <dgm:pt modelId="{96607888-E98D-4C9B-AF32-474FBF7DD886}" type="pres">
      <dgm:prSet presAssocID="{2EBD3D64-B915-4913-B00E-4F60F8A96B3D}" presName="hierChild4" presStyleCnt="0"/>
      <dgm:spPr/>
      <dgm:t>
        <a:bodyPr/>
        <a:lstStyle/>
        <a:p>
          <a:endParaRPr lang="es-ES"/>
        </a:p>
      </dgm:t>
    </dgm:pt>
    <dgm:pt modelId="{A4FCCF19-B392-43CC-B6C6-67DCA509C206}" type="pres">
      <dgm:prSet presAssocID="{2EBD3D64-B915-4913-B00E-4F60F8A96B3D}" presName="hierChild5" presStyleCnt="0"/>
      <dgm:spPr/>
      <dgm:t>
        <a:bodyPr/>
        <a:lstStyle/>
        <a:p>
          <a:endParaRPr lang="es-ES"/>
        </a:p>
      </dgm:t>
    </dgm:pt>
    <dgm:pt modelId="{EF824B7E-5033-4576-AF8E-B429D613550D}" type="pres">
      <dgm:prSet presAssocID="{CF8028CA-2195-4763-8F6B-6DFDE557CE80}" presName="hierChild5" presStyleCnt="0"/>
      <dgm:spPr/>
      <dgm:t>
        <a:bodyPr/>
        <a:lstStyle/>
        <a:p>
          <a:endParaRPr lang="es-ES"/>
        </a:p>
      </dgm:t>
    </dgm:pt>
    <dgm:pt modelId="{38D8E4EB-7D0F-4549-8F63-6FED5450D6B3}" type="pres">
      <dgm:prSet presAssocID="{DD9357F0-F3B8-48DB-AA19-D134F1BFFB49}" presName="Name37" presStyleLbl="parChTrans1D2" presStyleIdx="1" presStyleCnt="3"/>
      <dgm:spPr/>
      <dgm:t>
        <a:bodyPr/>
        <a:lstStyle/>
        <a:p>
          <a:endParaRPr lang="es-ES"/>
        </a:p>
      </dgm:t>
    </dgm:pt>
    <dgm:pt modelId="{42A31DD7-117D-4096-8885-0DDE68D8EA14}" type="pres">
      <dgm:prSet presAssocID="{21241C85-8B28-4212-912F-8ADE1BDA3062}" presName="hierRoot2" presStyleCnt="0">
        <dgm:presLayoutVars>
          <dgm:hierBranch val="init"/>
        </dgm:presLayoutVars>
      </dgm:prSet>
      <dgm:spPr/>
      <dgm:t>
        <a:bodyPr/>
        <a:lstStyle/>
        <a:p>
          <a:endParaRPr lang="es-ES"/>
        </a:p>
      </dgm:t>
    </dgm:pt>
    <dgm:pt modelId="{5824CF10-EFE0-491F-828A-E79A87160FEC}" type="pres">
      <dgm:prSet presAssocID="{21241C85-8B28-4212-912F-8ADE1BDA3062}" presName="rootComposite" presStyleCnt="0"/>
      <dgm:spPr/>
      <dgm:t>
        <a:bodyPr/>
        <a:lstStyle/>
        <a:p>
          <a:endParaRPr lang="es-ES"/>
        </a:p>
      </dgm:t>
    </dgm:pt>
    <dgm:pt modelId="{808432FC-A38E-4738-A6AA-A8B559A6C594}" type="pres">
      <dgm:prSet presAssocID="{21241C85-8B28-4212-912F-8ADE1BDA3062}" presName="rootText" presStyleLbl="node2" presStyleIdx="1" presStyleCnt="3" custScaleX="184900">
        <dgm:presLayoutVars>
          <dgm:chPref val="3"/>
        </dgm:presLayoutVars>
      </dgm:prSet>
      <dgm:spPr/>
      <dgm:t>
        <a:bodyPr/>
        <a:lstStyle/>
        <a:p>
          <a:endParaRPr lang="es-ES"/>
        </a:p>
      </dgm:t>
    </dgm:pt>
    <dgm:pt modelId="{7740E838-E680-46FB-A641-360BAF22742A}" type="pres">
      <dgm:prSet presAssocID="{21241C85-8B28-4212-912F-8ADE1BDA3062}" presName="rootConnector" presStyleLbl="node2" presStyleIdx="1" presStyleCnt="3"/>
      <dgm:spPr/>
      <dgm:t>
        <a:bodyPr/>
        <a:lstStyle/>
        <a:p>
          <a:endParaRPr lang="es-ES"/>
        </a:p>
      </dgm:t>
    </dgm:pt>
    <dgm:pt modelId="{2768BFE3-CC15-4174-848F-4E495BCE1FF4}" type="pres">
      <dgm:prSet presAssocID="{21241C85-8B28-4212-912F-8ADE1BDA3062}" presName="hierChild4" presStyleCnt="0"/>
      <dgm:spPr/>
      <dgm:t>
        <a:bodyPr/>
        <a:lstStyle/>
        <a:p>
          <a:endParaRPr lang="es-ES"/>
        </a:p>
      </dgm:t>
    </dgm:pt>
    <dgm:pt modelId="{DFCF46BB-9AC6-4392-A5A5-DA6766DB548D}" type="pres">
      <dgm:prSet presAssocID="{E94E1B42-D817-4959-9A28-AE27C9EE2736}" presName="Name37" presStyleLbl="parChTrans1D3" presStyleIdx="1" presStyleCnt="5"/>
      <dgm:spPr/>
      <dgm:t>
        <a:bodyPr/>
        <a:lstStyle/>
        <a:p>
          <a:endParaRPr lang="es-ES"/>
        </a:p>
      </dgm:t>
    </dgm:pt>
    <dgm:pt modelId="{6C947F42-74B4-4103-9215-274252A613D2}" type="pres">
      <dgm:prSet presAssocID="{4DD77933-0C48-4096-BCB2-5A1F43BF5040}" presName="hierRoot2" presStyleCnt="0">
        <dgm:presLayoutVars>
          <dgm:hierBranch val="init"/>
        </dgm:presLayoutVars>
      </dgm:prSet>
      <dgm:spPr/>
      <dgm:t>
        <a:bodyPr/>
        <a:lstStyle/>
        <a:p>
          <a:endParaRPr lang="es-ES"/>
        </a:p>
      </dgm:t>
    </dgm:pt>
    <dgm:pt modelId="{EBD3B32D-3211-4B6F-9368-A22497A455E5}" type="pres">
      <dgm:prSet presAssocID="{4DD77933-0C48-4096-BCB2-5A1F43BF5040}" presName="rootComposite" presStyleCnt="0"/>
      <dgm:spPr/>
      <dgm:t>
        <a:bodyPr/>
        <a:lstStyle/>
        <a:p>
          <a:endParaRPr lang="es-ES"/>
        </a:p>
      </dgm:t>
    </dgm:pt>
    <dgm:pt modelId="{85E41ED6-0859-4DCA-952C-D1EB1AAD8CA9}" type="pres">
      <dgm:prSet presAssocID="{4DD77933-0C48-4096-BCB2-5A1F43BF5040}" presName="rootText" presStyleLbl="node3" presStyleIdx="1" presStyleCnt="5" custScaleX="133811">
        <dgm:presLayoutVars>
          <dgm:chPref val="3"/>
        </dgm:presLayoutVars>
      </dgm:prSet>
      <dgm:spPr/>
      <dgm:t>
        <a:bodyPr/>
        <a:lstStyle/>
        <a:p>
          <a:endParaRPr lang="es-ES"/>
        </a:p>
      </dgm:t>
    </dgm:pt>
    <dgm:pt modelId="{B040283A-546D-419F-934E-1025EF784593}" type="pres">
      <dgm:prSet presAssocID="{4DD77933-0C48-4096-BCB2-5A1F43BF5040}" presName="rootConnector" presStyleLbl="node3" presStyleIdx="1" presStyleCnt="5"/>
      <dgm:spPr/>
      <dgm:t>
        <a:bodyPr/>
        <a:lstStyle/>
        <a:p>
          <a:endParaRPr lang="es-ES"/>
        </a:p>
      </dgm:t>
    </dgm:pt>
    <dgm:pt modelId="{6DF59E59-CA7D-4D39-9DD9-7B9D4A93F2F8}" type="pres">
      <dgm:prSet presAssocID="{4DD77933-0C48-4096-BCB2-5A1F43BF5040}" presName="hierChild4" presStyleCnt="0"/>
      <dgm:spPr/>
      <dgm:t>
        <a:bodyPr/>
        <a:lstStyle/>
        <a:p>
          <a:endParaRPr lang="es-ES"/>
        </a:p>
      </dgm:t>
    </dgm:pt>
    <dgm:pt modelId="{4BE7FE88-0A5B-49F3-AC6B-3D9F781BCF1F}" type="pres">
      <dgm:prSet presAssocID="{4DD77933-0C48-4096-BCB2-5A1F43BF5040}" presName="hierChild5" presStyleCnt="0"/>
      <dgm:spPr/>
      <dgm:t>
        <a:bodyPr/>
        <a:lstStyle/>
        <a:p>
          <a:endParaRPr lang="es-ES"/>
        </a:p>
      </dgm:t>
    </dgm:pt>
    <dgm:pt modelId="{08AF699A-143C-4105-A626-DCD02FAF2ABF}" type="pres">
      <dgm:prSet presAssocID="{8F41D231-A83E-4E03-9620-B6DF6D4EC4ED}" presName="Name37" presStyleLbl="parChTrans1D3" presStyleIdx="2" presStyleCnt="5"/>
      <dgm:spPr/>
      <dgm:t>
        <a:bodyPr/>
        <a:lstStyle/>
        <a:p>
          <a:endParaRPr lang="es-ES"/>
        </a:p>
      </dgm:t>
    </dgm:pt>
    <dgm:pt modelId="{3E3123F6-6BE5-417B-84C6-334C7260051F}" type="pres">
      <dgm:prSet presAssocID="{C863BE93-20B0-480A-B8C7-B76761F6C8F5}" presName="hierRoot2" presStyleCnt="0">
        <dgm:presLayoutVars>
          <dgm:hierBranch val="init"/>
        </dgm:presLayoutVars>
      </dgm:prSet>
      <dgm:spPr/>
      <dgm:t>
        <a:bodyPr/>
        <a:lstStyle/>
        <a:p>
          <a:endParaRPr lang="es-ES"/>
        </a:p>
      </dgm:t>
    </dgm:pt>
    <dgm:pt modelId="{3991C8F2-4559-4BAD-BBEA-66E36C1CE07A}" type="pres">
      <dgm:prSet presAssocID="{C863BE93-20B0-480A-B8C7-B76761F6C8F5}" presName="rootComposite" presStyleCnt="0"/>
      <dgm:spPr/>
      <dgm:t>
        <a:bodyPr/>
        <a:lstStyle/>
        <a:p>
          <a:endParaRPr lang="es-ES"/>
        </a:p>
      </dgm:t>
    </dgm:pt>
    <dgm:pt modelId="{6D96E52B-E383-432F-AA0E-225DDDB59626}" type="pres">
      <dgm:prSet presAssocID="{C863BE93-20B0-480A-B8C7-B76761F6C8F5}" presName="rootText" presStyleLbl="node3" presStyleIdx="2" presStyleCnt="5" custScaleX="133150">
        <dgm:presLayoutVars>
          <dgm:chPref val="3"/>
        </dgm:presLayoutVars>
      </dgm:prSet>
      <dgm:spPr/>
      <dgm:t>
        <a:bodyPr/>
        <a:lstStyle/>
        <a:p>
          <a:endParaRPr lang="es-ES"/>
        </a:p>
      </dgm:t>
    </dgm:pt>
    <dgm:pt modelId="{55951C23-2C49-4F19-A30E-370BC9675319}" type="pres">
      <dgm:prSet presAssocID="{C863BE93-20B0-480A-B8C7-B76761F6C8F5}" presName="rootConnector" presStyleLbl="node3" presStyleIdx="2" presStyleCnt="5"/>
      <dgm:spPr/>
      <dgm:t>
        <a:bodyPr/>
        <a:lstStyle/>
        <a:p>
          <a:endParaRPr lang="es-ES"/>
        </a:p>
      </dgm:t>
    </dgm:pt>
    <dgm:pt modelId="{906B30A8-9D09-4663-9A7D-E3CB5D04866C}" type="pres">
      <dgm:prSet presAssocID="{C863BE93-20B0-480A-B8C7-B76761F6C8F5}" presName="hierChild4" presStyleCnt="0"/>
      <dgm:spPr/>
      <dgm:t>
        <a:bodyPr/>
        <a:lstStyle/>
        <a:p>
          <a:endParaRPr lang="es-ES"/>
        </a:p>
      </dgm:t>
    </dgm:pt>
    <dgm:pt modelId="{AF744386-8A4B-4E7F-A4F6-4D8FE4DBA8B7}" type="pres">
      <dgm:prSet presAssocID="{C863BE93-20B0-480A-B8C7-B76761F6C8F5}" presName="hierChild5" presStyleCnt="0"/>
      <dgm:spPr/>
      <dgm:t>
        <a:bodyPr/>
        <a:lstStyle/>
        <a:p>
          <a:endParaRPr lang="es-ES"/>
        </a:p>
      </dgm:t>
    </dgm:pt>
    <dgm:pt modelId="{2CFDCB58-34D3-4EF2-9BF0-871B3AC81094}" type="pres">
      <dgm:prSet presAssocID="{21241C85-8B28-4212-912F-8ADE1BDA3062}" presName="hierChild5" presStyleCnt="0"/>
      <dgm:spPr/>
      <dgm:t>
        <a:bodyPr/>
        <a:lstStyle/>
        <a:p>
          <a:endParaRPr lang="es-ES"/>
        </a:p>
      </dgm:t>
    </dgm:pt>
    <dgm:pt modelId="{937D17AF-D7D6-42FC-BF67-78631B7E2213}" type="pres">
      <dgm:prSet presAssocID="{5C8F6D3E-99C3-4D65-B0A1-7992C17BF1F3}" presName="Name37" presStyleLbl="parChTrans1D2" presStyleIdx="2" presStyleCnt="3"/>
      <dgm:spPr/>
      <dgm:t>
        <a:bodyPr/>
        <a:lstStyle/>
        <a:p>
          <a:endParaRPr lang="es-ES"/>
        </a:p>
      </dgm:t>
    </dgm:pt>
    <dgm:pt modelId="{BCB8B010-BEC2-4167-9B2B-6ED1963797D6}" type="pres">
      <dgm:prSet presAssocID="{97DE1B7E-693C-4607-B1E3-FABBE584D74C}" presName="hierRoot2" presStyleCnt="0">
        <dgm:presLayoutVars>
          <dgm:hierBranch val="init"/>
        </dgm:presLayoutVars>
      </dgm:prSet>
      <dgm:spPr/>
      <dgm:t>
        <a:bodyPr/>
        <a:lstStyle/>
        <a:p>
          <a:endParaRPr lang="es-ES"/>
        </a:p>
      </dgm:t>
    </dgm:pt>
    <dgm:pt modelId="{302D777A-84C6-4781-A5E8-29F5AFDDAB4E}" type="pres">
      <dgm:prSet presAssocID="{97DE1B7E-693C-4607-B1E3-FABBE584D74C}" presName="rootComposite" presStyleCnt="0"/>
      <dgm:spPr/>
      <dgm:t>
        <a:bodyPr/>
        <a:lstStyle/>
        <a:p>
          <a:endParaRPr lang="es-ES"/>
        </a:p>
      </dgm:t>
    </dgm:pt>
    <dgm:pt modelId="{412FC457-9B4D-4A13-A03A-9B70E3BDDD0C}" type="pres">
      <dgm:prSet presAssocID="{97DE1B7E-693C-4607-B1E3-FABBE584D74C}" presName="rootText" presStyleLbl="node2" presStyleIdx="2" presStyleCnt="3" custScaleX="184900">
        <dgm:presLayoutVars>
          <dgm:chPref val="3"/>
        </dgm:presLayoutVars>
      </dgm:prSet>
      <dgm:spPr/>
      <dgm:t>
        <a:bodyPr/>
        <a:lstStyle/>
        <a:p>
          <a:endParaRPr lang="es-ES"/>
        </a:p>
      </dgm:t>
    </dgm:pt>
    <dgm:pt modelId="{C13BDB14-D9E9-47A6-A3E5-F00BD1D9510B}" type="pres">
      <dgm:prSet presAssocID="{97DE1B7E-693C-4607-B1E3-FABBE584D74C}" presName="rootConnector" presStyleLbl="node2" presStyleIdx="2" presStyleCnt="3"/>
      <dgm:spPr/>
      <dgm:t>
        <a:bodyPr/>
        <a:lstStyle/>
        <a:p>
          <a:endParaRPr lang="es-ES"/>
        </a:p>
      </dgm:t>
    </dgm:pt>
    <dgm:pt modelId="{1A6FEF09-0C4C-4B67-91FA-0A9B93EB7E05}" type="pres">
      <dgm:prSet presAssocID="{97DE1B7E-693C-4607-B1E3-FABBE584D74C}" presName="hierChild4" presStyleCnt="0"/>
      <dgm:spPr/>
      <dgm:t>
        <a:bodyPr/>
        <a:lstStyle/>
        <a:p>
          <a:endParaRPr lang="es-ES"/>
        </a:p>
      </dgm:t>
    </dgm:pt>
    <dgm:pt modelId="{00B17FBF-1208-4676-BAB4-71279C477C1C}" type="pres">
      <dgm:prSet presAssocID="{16920603-DE40-43FD-93EA-208272DCE354}" presName="Name37" presStyleLbl="parChTrans1D3" presStyleIdx="3" presStyleCnt="5"/>
      <dgm:spPr/>
      <dgm:t>
        <a:bodyPr/>
        <a:lstStyle/>
        <a:p>
          <a:endParaRPr lang="es-ES"/>
        </a:p>
      </dgm:t>
    </dgm:pt>
    <dgm:pt modelId="{E13C6F27-331F-4758-97B8-5BEE86311444}" type="pres">
      <dgm:prSet presAssocID="{CD8213F7-4AC9-47A3-B527-46457BC504EF}" presName="hierRoot2" presStyleCnt="0">
        <dgm:presLayoutVars>
          <dgm:hierBranch val="init"/>
        </dgm:presLayoutVars>
      </dgm:prSet>
      <dgm:spPr/>
      <dgm:t>
        <a:bodyPr/>
        <a:lstStyle/>
        <a:p>
          <a:endParaRPr lang="es-ES"/>
        </a:p>
      </dgm:t>
    </dgm:pt>
    <dgm:pt modelId="{A5E18CF6-A969-4CA1-8FC0-84A4ADE0CB7C}" type="pres">
      <dgm:prSet presAssocID="{CD8213F7-4AC9-47A3-B527-46457BC504EF}" presName="rootComposite" presStyleCnt="0"/>
      <dgm:spPr/>
      <dgm:t>
        <a:bodyPr/>
        <a:lstStyle/>
        <a:p>
          <a:endParaRPr lang="es-ES"/>
        </a:p>
      </dgm:t>
    </dgm:pt>
    <dgm:pt modelId="{9D91FC49-EF0D-4678-A44B-0355C79D1D83}" type="pres">
      <dgm:prSet presAssocID="{CD8213F7-4AC9-47A3-B527-46457BC504EF}" presName="rootText" presStyleLbl="node3" presStyleIdx="3" presStyleCnt="5" custScaleX="133811">
        <dgm:presLayoutVars>
          <dgm:chPref val="3"/>
        </dgm:presLayoutVars>
      </dgm:prSet>
      <dgm:spPr/>
      <dgm:t>
        <a:bodyPr/>
        <a:lstStyle/>
        <a:p>
          <a:endParaRPr lang="es-ES"/>
        </a:p>
      </dgm:t>
    </dgm:pt>
    <dgm:pt modelId="{2C448A0E-C5DB-4C11-98A2-404249CE9D1E}" type="pres">
      <dgm:prSet presAssocID="{CD8213F7-4AC9-47A3-B527-46457BC504EF}" presName="rootConnector" presStyleLbl="node3" presStyleIdx="3" presStyleCnt="5"/>
      <dgm:spPr/>
      <dgm:t>
        <a:bodyPr/>
        <a:lstStyle/>
        <a:p>
          <a:endParaRPr lang="es-ES"/>
        </a:p>
      </dgm:t>
    </dgm:pt>
    <dgm:pt modelId="{AF7DF725-513C-43DC-B423-69FC2AE745D9}" type="pres">
      <dgm:prSet presAssocID="{CD8213F7-4AC9-47A3-B527-46457BC504EF}" presName="hierChild4" presStyleCnt="0"/>
      <dgm:spPr/>
      <dgm:t>
        <a:bodyPr/>
        <a:lstStyle/>
        <a:p>
          <a:endParaRPr lang="es-ES"/>
        </a:p>
      </dgm:t>
    </dgm:pt>
    <dgm:pt modelId="{AB86C2D1-7E64-4FF5-9A78-29AC9B6A8B1F}" type="pres">
      <dgm:prSet presAssocID="{CD8213F7-4AC9-47A3-B527-46457BC504EF}" presName="hierChild5" presStyleCnt="0"/>
      <dgm:spPr/>
      <dgm:t>
        <a:bodyPr/>
        <a:lstStyle/>
        <a:p>
          <a:endParaRPr lang="es-ES"/>
        </a:p>
      </dgm:t>
    </dgm:pt>
    <dgm:pt modelId="{0056AD2E-92EC-43BD-9F50-3044ABF529A2}" type="pres">
      <dgm:prSet presAssocID="{B907F17F-72C9-4B7F-8A08-120F6B8B75F6}" presName="Name37" presStyleLbl="parChTrans1D3" presStyleIdx="4" presStyleCnt="5"/>
      <dgm:spPr/>
      <dgm:t>
        <a:bodyPr/>
        <a:lstStyle/>
        <a:p>
          <a:endParaRPr lang="es-ES"/>
        </a:p>
      </dgm:t>
    </dgm:pt>
    <dgm:pt modelId="{774DC957-FFAD-4BE7-94FA-FE556EDC47D1}" type="pres">
      <dgm:prSet presAssocID="{224CC8B8-D485-484D-9980-10D5D268916A}" presName="hierRoot2" presStyleCnt="0">
        <dgm:presLayoutVars>
          <dgm:hierBranch val="init"/>
        </dgm:presLayoutVars>
      </dgm:prSet>
      <dgm:spPr/>
      <dgm:t>
        <a:bodyPr/>
        <a:lstStyle/>
        <a:p>
          <a:endParaRPr lang="es-ES"/>
        </a:p>
      </dgm:t>
    </dgm:pt>
    <dgm:pt modelId="{D32AE2BC-FABB-4075-B9CD-A99441FAAB92}" type="pres">
      <dgm:prSet presAssocID="{224CC8B8-D485-484D-9980-10D5D268916A}" presName="rootComposite" presStyleCnt="0"/>
      <dgm:spPr/>
      <dgm:t>
        <a:bodyPr/>
        <a:lstStyle/>
        <a:p>
          <a:endParaRPr lang="es-ES"/>
        </a:p>
      </dgm:t>
    </dgm:pt>
    <dgm:pt modelId="{CB017756-1B4A-4878-AF2E-633DC5C07473}" type="pres">
      <dgm:prSet presAssocID="{224CC8B8-D485-484D-9980-10D5D268916A}" presName="rootText" presStyleLbl="node3" presStyleIdx="4" presStyleCnt="5" custScaleX="133150">
        <dgm:presLayoutVars>
          <dgm:chPref val="3"/>
        </dgm:presLayoutVars>
      </dgm:prSet>
      <dgm:spPr/>
      <dgm:t>
        <a:bodyPr/>
        <a:lstStyle/>
        <a:p>
          <a:endParaRPr lang="es-ES"/>
        </a:p>
      </dgm:t>
    </dgm:pt>
    <dgm:pt modelId="{59BB1EBD-D40E-4D07-B1BB-5255ED34A668}" type="pres">
      <dgm:prSet presAssocID="{224CC8B8-D485-484D-9980-10D5D268916A}" presName="rootConnector" presStyleLbl="node3" presStyleIdx="4" presStyleCnt="5"/>
      <dgm:spPr/>
      <dgm:t>
        <a:bodyPr/>
        <a:lstStyle/>
        <a:p>
          <a:endParaRPr lang="es-ES"/>
        </a:p>
      </dgm:t>
    </dgm:pt>
    <dgm:pt modelId="{088D5D91-1DE9-4CC1-BAF8-D438C7930EC2}" type="pres">
      <dgm:prSet presAssocID="{224CC8B8-D485-484D-9980-10D5D268916A}" presName="hierChild4" presStyleCnt="0"/>
      <dgm:spPr/>
      <dgm:t>
        <a:bodyPr/>
        <a:lstStyle/>
        <a:p>
          <a:endParaRPr lang="es-ES"/>
        </a:p>
      </dgm:t>
    </dgm:pt>
    <dgm:pt modelId="{9DEEF97E-8DF2-4332-9A8C-09A863FFC832}" type="pres">
      <dgm:prSet presAssocID="{224CC8B8-D485-484D-9980-10D5D268916A}" presName="hierChild5" presStyleCnt="0"/>
      <dgm:spPr/>
      <dgm:t>
        <a:bodyPr/>
        <a:lstStyle/>
        <a:p>
          <a:endParaRPr lang="es-ES"/>
        </a:p>
      </dgm:t>
    </dgm:pt>
    <dgm:pt modelId="{179DA8C0-CC53-4741-9A13-440776960094}" type="pres">
      <dgm:prSet presAssocID="{97DE1B7E-693C-4607-B1E3-FABBE584D74C}" presName="hierChild5" presStyleCnt="0"/>
      <dgm:spPr/>
      <dgm:t>
        <a:bodyPr/>
        <a:lstStyle/>
        <a:p>
          <a:endParaRPr lang="es-ES"/>
        </a:p>
      </dgm:t>
    </dgm:pt>
    <dgm:pt modelId="{C10B08D9-BF60-460B-AD05-69E478B402BF}" type="pres">
      <dgm:prSet presAssocID="{CFD3932A-F7EC-4ABD-89CA-1FC6AA93FD9B}" presName="hierChild3" presStyleCnt="0"/>
      <dgm:spPr/>
      <dgm:t>
        <a:bodyPr/>
        <a:lstStyle/>
        <a:p>
          <a:endParaRPr lang="es-ES"/>
        </a:p>
      </dgm:t>
    </dgm:pt>
  </dgm:ptLst>
  <dgm:cxnLst>
    <dgm:cxn modelId="{112204D6-08BD-494B-BAC1-5B197A0F196A}" type="presOf" srcId="{E477609D-FDCC-4DD2-82C0-CB60A68E401A}" destId="{7F395731-FC67-4DCF-B085-7DEFCB4F2049}" srcOrd="0" destOrd="0" presId="urn:microsoft.com/office/officeart/2005/8/layout/orgChart1"/>
    <dgm:cxn modelId="{BC86319B-EDC7-4FEA-A9C9-49B358B40BCF}" type="presOf" srcId="{CF8028CA-2195-4763-8F6B-6DFDE557CE80}" destId="{9D43E297-DF9E-4250-897E-6A93A25E6FAC}" srcOrd="0" destOrd="0" presId="urn:microsoft.com/office/officeart/2005/8/layout/orgChart1"/>
    <dgm:cxn modelId="{E5DA118E-61D8-4BB3-9228-14D17216E440}" type="presOf" srcId="{CD8213F7-4AC9-47A3-B527-46457BC504EF}" destId="{9D91FC49-EF0D-4678-A44B-0355C79D1D83}" srcOrd="0" destOrd="0" presId="urn:microsoft.com/office/officeart/2005/8/layout/orgChart1"/>
    <dgm:cxn modelId="{CCD95678-9007-4157-BCCB-CB8B9CE907F2}" type="presOf" srcId="{CD8213F7-4AC9-47A3-B527-46457BC504EF}" destId="{2C448A0E-C5DB-4C11-98A2-404249CE9D1E}" srcOrd="1" destOrd="0" presId="urn:microsoft.com/office/officeart/2005/8/layout/orgChart1"/>
    <dgm:cxn modelId="{B122378F-9AC4-4F5B-B3C1-D15917D2A3AC}" type="presOf" srcId="{B907F17F-72C9-4B7F-8A08-120F6B8B75F6}" destId="{0056AD2E-92EC-43BD-9F50-3044ABF529A2}" srcOrd="0" destOrd="0" presId="urn:microsoft.com/office/officeart/2005/8/layout/orgChart1"/>
    <dgm:cxn modelId="{AAA962BC-EAB2-4285-8EDA-E8D3971C4222}" type="presOf" srcId="{224CC8B8-D485-484D-9980-10D5D268916A}" destId="{CB017756-1B4A-4878-AF2E-633DC5C07473}" srcOrd="0" destOrd="0" presId="urn:microsoft.com/office/officeart/2005/8/layout/orgChart1"/>
    <dgm:cxn modelId="{2E714167-062F-4FDD-B943-3C9984AB7967}" type="presOf" srcId="{C863BE93-20B0-480A-B8C7-B76761F6C8F5}" destId="{6D96E52B-E383-432F-AA0E-225DDDB59626}" srcOrd="0" destOrd="0" presId="urn:microsoft.com/office/officeart/2005/8/layout/orgChart1"/>
    <dgm:cxn modelId="{94B3EB84-9C0B-4454-A0C8-00C61FEEBBD7}" srcId="{CFD3932A-F7EC-4ABD-89CA-1FC6AA93FD9B}" destId="{21241C85-8B28-4212-912F-8ADE1BDA3062}" srcOrd="1" destOrd="0" parTransId="{DD9357F0-F3B8-48DB-AA19-D134F1BFFB49}" sibTransId="{0411F8ED-C5A7-4DF3-8394-2BB783E18F6C}"/>
    <dgm:cxn modelId="{4AFB1911-341F-4C2D-B3BF-FA846112F7AA}" type="presOf" srcId="{4DD77933-0C48-4096-BCB2-5A1F43BF5040}" destId="{85E41ED6-0859-4DCA-952C-D1EB1AAD8CA9}" srcOrd="0" destOrd="0" presId="urn:microsoft.com/office/officeart/2005/8/layout/orgChart1"/>
    <dgm:cxn modelId="{3CD29A81-7718-4133-B803-B498BC315563}" type="presOf" srcId="{16920603-DE40-43FD-93EA-208272DCE354}" destId="{00B17FBF-1208-4676-BAB4-71279C477C1C}" srcOrd="0" destOrd="0" presId="urn:microsoft.com/office/officeart/2005/8/layout/orgChart1"/>
    <dgm:cxn modelId="{9E5A881F-C492-4550-8FC0-ADE59745EAE1}" srcId="{CFD3932A-F7EC-4ABD-89CA-1FC6AA93FD9B}" destId="{97DE1B7E-693C-4607-B1E3-FABBE584D74C}" srcOrd="2" destOrd="0" parTransId="{5C8F6D3E-99C3-4D65-B0A1-7992C17BF1F3}" sibTransId="{9C800A19-DED6-4E87-8F7F-FA6C1325DEBD}"/>
    <dgm:cxn modelId="{A00CB625-9EF5-46BD-8200-2E614B6D2CA4}" type="presOf" srcId="{5C8F6D3E-99C3-4D65-B0A1-7992C17BF1F3}" destId="{937D17AF-D7D6-42FC-BF67-78631B7E2213}" srcOrd="0" destOrd="0" presId="urn:microsoft.com/office/officeart/2005/8/layout/orgChart1"/>
    <dgm:cxn modelId="{C418BB53-8671-4FDD-A2BE-52E0F996092C}" type="presOf" srcId="{97DE1B7E-693C-4607-B1E3-FABBE584D74C}" destId="{412FC457-9B4D-4A13-A03A-9B70E3BDDD0C}" srcOrd="0" destOrd="0" presId="urn:microsoft.com/office/officeart/2005/8/layout/orgChart1"/>
    <dgm:cxn modelId="{5EFDB0BF-E18A-4185-AD69-60815DAD7B10}" type="presOf" srcId="{CF8028CA-2195-4763-8F6B-6DFDE557CE80}" destId="{024854B0-1B0C-4719-914E-4BE150C95BBC}" srcOrd="1" destOrd="0" presId="urn:microsoft.com/office/officeart/2005/8/layout/orgChart1"/>
    <dgm:cxn modelId="{C3381848-D963-4EFA-8576-06728A248583}" type="presOf" srcId="{E94E1B42-D817-4959-9A28-AE27C9EE2736}" destId="{DFCF46BB-9AC6-4392-A5A5-DA6766DB548D}" srcOrd="0" destOrd="0" presId="urn:microsoft.com/office/officeart/2005/8/layout/orgChart1"/>
    <dgm:cxn modelId="{FB51A510-8169-4A3C-BE20-87A1AC774ACC}" type="presOf" srcId="{88DC3B29-6B52-4AF4-95FE-82D70E12DF8E}" destId="{DAAD74AD-0894-42E3-8A24-85020E5B8D88}" srcOrd="0" destOrd="0" presId="urn:microsoft.com/office/officeart/2005/8/layout/orgChart1"/>
    <dgm:cxn modelId="{8C99536B-6599-4898-9A24-C697C9F300BB}" type="presOf" srcId="{224CC8B8-D485-484D-9980-10D5D268916A}" destId="{59BB1EBD-D40E-4D07-B1BB-5255ED34A668}" srcOrd="1" destOrd="0" presId="urn:microsoft.com/office/officeart/2005/8/layout/orgChart1"/>
    <dgm:cxn modelId="{228EB6E2-21CC-4AAA-BC32-55B01A43AD9F}" srcId="{CF8028CA-2195-4763-8F6B-6DFDE557CE80}" destId="{2EBD3D64-B915-4913-B00E-4F60F8A96B3D}" srcOrd="0" destOrd="0" parTransId="{E477609D-FDCC-4DD2-82C0-CB60A68E401A}" sibTransId="{1C928AE5-96A7-4BD8-8CE5-C5B592CE676A}"/>
    <dgm:cxn modelId="{D446FBC3-F8E9-4DFF-B6E8-5942446BD6BE}" type="presOf" srcId="{D2FB86C8-6B44-42B7-9507-CC4C536C26E9}" destId="{E500B84F-5E82-4B53-945A-8AE526F52092}" srcOrd="0" destOrd="0" presId="urn:microsoft.com/office/officeart/2005/8/layout/orgChart1"/>
    <dgm:cxn modelId="{39F3DB06-5468-49D0-BA4E-67A24F4F9FFE}" type="presOf" srcId="{8F41D231-A83E-4E03-9620-B6DF6D4EC4ED}" destId="{08AF699A-143C-4105-A626-DCD02FAF2ABF}" srcOrd="0" destOrd="0" presId="urn:microsoft.com/office/officeart/2005/8/layout/orgChart1"/>
    <dgm:cxn modelId="{8E6388B5-CFE9-4137-AEEC-358EC5BF0AD9}" type="presOf" srcId="{97DE1B7E-693C-4607-B1E3-FABBE584D74C}" destId="{C13BDB14-D9E9-47A6-A3E5-F00BD1D9510B}" srcOrd="1" destOrd="0" presId="urn:microsoft.com/office/officeart/2005/8/layout/orgChart1"/>
    <dgm:cxn modelId="{FF2704F2-A124-4FBA-B88E-ACF4E1A7B5CB}" type="presOf" srcId="{2EBD3D64-B915-4913-B00E-4F60F8A96B3D}" destId="{5F6C78CD-C554-44E5-B42A-D0002E3425D6}" srcOrd="0" destOrd="0" presId="urn:microsoft.com/office/officeart/2005/8/layout/orgChart1"/>
    <dgm:cxn modelId="{0DFED3DB-D380-4408-B9A1-EDDFBE8B9133}" type="presOf" srcId="{2EBD3D64-B915-4913-B00E-4F60F8A96B3D}" destId="{3CACF5AF-4F55-434E-ABBF-8F5C916486D0}" srcOrd="1" destOrd="0" presId="urn:microsoft.com/office/officeart/2005/8/layout/orgChart1"/>
    <dgm:cxn modelId="{AAE39E9C-8D49-441D-AFED-A671A288AD1D}" srcId="{21241C85-8B28-4212-912F-8ADE1BDA3062}" destId="{4DD77933-0C48-4096-BCB2-5A1F43BF5040}" srcOrd="0" destOrd="0" parTransId="{E94E1B42-D817-4959-9A28-AE27C9EE2736}" sibTransId="{0B4931AB-4753-47F3-87B5-0D4669788FCF}"/>
    <dgm:cxn modelId="{133E6D05-6ED6-41A9-A9CD-BC0CD1117337}" type="presOf" srcId="{CFD3932A-F7EC-4ABD-89CA-1FC6AA93FD9B}" destId="{34520804-3251-4599-9E95-7A53F6F3C2C1}" srcOrd="0" destOrd="0" presId="urn:microsoft.com/office/officeart/2005/8/layout/orgChart1"/>
    <dgm:cxn modelId="{8EB092A7-E61D-461E-BB5A-84B8F88B9CDC}" srcId="{D2FB86C8-6B44-42B7-9507-CC4C536C26E9}" destId="{CFD3932A-F7EC-4ABD-89CA-1FC6AA93FD9B}" srcOrd="0" destOrd="0" parTransId="{9A7931F8-22A2-49FD-B415-56A819AE2BC7}" sibTransId="{90FBD2F4-255F-4884-B65F-A2DFEA3A53BC}"/>
    <dgm:cxn modelId="{BF8EA6E0-5B58-49A3-A34C-8105E014B583}" type="presOf" srcId="{4DD77933-0C48-4096-BCB2-5A1F43BF5040}" destId="{B040283A-546D-419F-934E-1025EF784593}" srcOrd="1" destOrd="0" presId="urn:microsoft.com/office/officeart/2005/8/layout/orgChart1"/>
    <dgm:cxn modelId="{275CF5CF-9BB9-459C-987F-C73AF6FFC32E}" srcId="{97DE1B7E-693C-4607-B1E3-FABBE584D74C}" destId="{CD8213F7-4AC9-47A3-B527-46457BC504EF}" srcOrd="0" destOrd="0" parTransId="{16920603-DE40-43FD-93EA-208272DCE354}" sibTransId="{9B105E51-FC0B-4D04-B21B-D59504CA75BC}"/>
    <dgm:cxn modelId="{47BF1B1B-F591-4066-9A91-6C336328D5EC}" type="presOf" srcId="{DD9357F0-F3B8-48DB-AA19-D134F1BFFB49}" destId="{38D8E4EB-7D0F-4549-8F63-6FED5450D6B3}" srcOrd="0" destOrd="0" presId="urn:microsoft.com/office/officeart/2005/8/layout/orgChart1"/>
    <dgm:cxn modelId="{BA0057F4-7B97-456F-830F-BE285164328D}" type="presOf" srcId="{CFD3932A-F7EC-4ABD-89CA-1FC6AA93FD9B}" destId="{ECD58994-6C08-4C9C-9427-100E48C07034}" srcOrd="1" destOrd="0" presId="urn:microsoft.com/office/officeart/2005/8/layout/orgChart1"/>
    <dgm:cxn modelId="{16119076-08A2-44B8-9385-DD3BF833F6AE}" type="presOf" srcId="{21241C85-8B28-4212-912F-8ADE1BDA3062}" destId="{808432FC-A38E-4738-A6AA-A8B559A6C594}" srcOrd="0" destOrd="0" presId="urn:microsoft.com/office/officeart/2005/8/layout/orgChart1"/>
    <dgm:cxn modelId="{E8680505-D650-4FA2-8BFC-AAA82189B49D}" type="presOf" srcId="{21241C85-8B28-4212-912F-8ADE1BDA3062}" destId="{7740E838-E680-46FB-A641-360BAF22742A}" srcOrd="1" destOrd="0" presId="urn:microsoft.com/office/officeart/2005/8/layout/orgChart1"/>
    <dgm:cxn modelId="{989739B5-9AF6-4265-A286-421FC6DF2821}" type="presOf" srcId="{C863BE93-20B0-480A-B8C7-B76761F6C8F5}" destId="{55951C23-2C49-4F19-A30E-370BC9675319}" srcOrd="1" destOrd="0" presId="urn:microsoft.com/office/officeart/2005/8/layout/orgChart1"/>
    <dgm:cxn modelId="{3499CFD3-D1CB-406A-BB6E-2C0B23AF169E}" srcId="{21241C85-8B28-4212-912F-8ADE1BDA3062}" destId="{C863BE93-20B0-480A-B8C7-B76761F6C8F5}" srcOrd="1" destOrd="0" parTransId="{8F41D231-A83E-4E03-9620-B6DF6D4EC4ED}" sibTransId="{0E5EE59E-7DA1-4BD1-B6EC-8D5A12FD93C2}"/>
    <dgm:cxn modelId="{352478AA-60F0-4191-92F5-D51C15C70149}" srcId="{CFD3932A-F7EC-4ABD-89CA-1FC6AA93FD9B}" destId="{CF8028CA-2195-4763-8F6B-6DFDE557CE80}" srcOrd="0" destOrd="0" parTransId="{88DC3B29-6B52-4AF4-95FE-82D70E12DF8E}" sibTransId="{C781CFBE-753A-40BB-A440-BF3DF399F0CF}"/>
    <dgm:cxn modelId="{B017836D-142D-4479-AD83-BB37201BBED9}" srcId="{97DE1B7E-693C-4607-B1E3-FABBE584D74C}" destId="{224CC8B8-D485-484D-9980-10D5D268916A}" srcOrd="1" destOrd="0" parTransId="{B907F17F-72C9-4B7F-8A08-120F6B8B75F6}" sibTransId="{E3432AB9-5F7E-486E-8EB0-905B62DE096C}"/>
    <dgm:cxn modelId="{222A37DC-B3CC-4574-97A9-4DFA057D62DF}" type="presParOf" srcId="{E500B84F-5E82-4B53-945A-8AE526F52092}" destId="{DC9D9E0A-7B30-441A-80D0-01D323D6840E}" srcOrd="0" destOrd="0" presId="urn:microsoft.com/office/officeart/2005/8/layout/orgChart1"/>
    <dgm:cxn modelId="{1B9A5709-8F37-4511-B327-507868A532A5}" type="presParOf" srcId="{DC9D9E0A-7B30-441A-80D0-01D323D6840E}" destId="{17F80941-54F6-4EE8-BD52-C7BC4DDF80F8}" srcOrd="0" destOrd="0" presId="urn:microsoft.com/office/officeart/2005/8/layout/orgChart1"/>
    <dgm:cxn modelId="{ABDBB9A4-EC98-4778-8740-34C7A55A2732}" type="presParOf" srcId="{17F80941-54F6-4EE8-BD52-C7BC4DDF80F8}" destId="{34520804-3251-4599-9E95-7A53F6F3C2C1}" srcOrd="0" destOrd="0" presId="urn:microsoft.com/office/officeart/2005/8/layout/orgChart1"/>
    <dgm:cxn modelId="{39F92BD7-8E46-460A-9BFD-DBCAC0D570FD}" type="presParOf" srcId="{17F80941-54F6-4EE8-BD52-C7BC4DDF80F8}" destId="{ECD58994-6C08-4C9C-9427-100E48C07034}" srcOrd="1" destOrd="0" presId="urn:microsoft.com/office/officeart/2005/8/layout/orgChart1"/>
    <dgm:cxn modelId="{1F3423BE-511C-4A30-8AC9-ABCF5297B5C5}" type="presParOf" srcId="{DC9D9E0A-7B30-441A-80D0-01D323D6840E}" destId="{0FAAE27E-C5E0-49D6-88CE-6056A04408F3}" srcOrd="1" destOrd="0" presId="urn:microsoft.com/office/officeart/2005/8/layout/orgChart1"/>
    <dgm:cxn modelId="{1576D51D-E2C5-4351-934D-2AD96149BFCB}" type="presParOf" srcId="{0FAAE27E-C5E0-49D6-88CE-6056A04408F3}" destId="{DAAD74AD-0894-42E3-8A24-85020E5B8D88}" srcOrd="0" destOrd="0" presId="urn:microsoft.com/office/officeart/2005/8/layout/orgChart1"/>
    <dgm:cxn modelId="{69A4FBF5-D09A-4AD0-9602-7375D6629AB3}" type="presParOf" srcId="{0FAAE27E-C5E0-49D6-88CE-6056A04408F3}" destId="{43AA16F3-7756-477D-A3F3-DDBEE6E1EC53}" srcOrd="1" destOrd="0" presId="urn:microsoft.com/office/officeart/2005/8/layout/orgChart1"/>
    <dgm:cxn modelId="{01685F29-D7F9-4EDD-BD01-52988C14B5B3}" type="presParOf" srcId="{43AA16F3-7756-477D-A3F3-DDBEE6E1EC53}" destId="{1F918B1E-C9AC-4013-ADC3-243717701AE8}" srcOrd="0" destOrd="0" presId="urn:microsoft.com/office/officeart/2005/8/layout/orgChart1"/>
    <dgm:cxn modelId="{A7728686-255B-40A2-A3B0-C0E89FD6A46A}" type="presParOf" srcId="{1F918B1E-C9AC-4013-ADC3-243717701AE8}" destId="{9D43E297-DF9E-4250-897E-6A93A25E6FAC}" srcOrd="0" destOrd="0" presId="urn:microsoft.com/office/officeart/2005/8/layout/orgChart1"/>
    <dgm:cxn modelId="{B667428F-8531-4D4A-9F6C-31F06061671F}" type="presParOf" srcId="{1F918B1E-C9AC-4013-ADC3-243717701AE8}" destId="{024854B0-1B0C-4719-914E-4BE150C95BBC}" srcOrd="1" destOrd="0" presId="urn:microsoft.com/office/officeart/2005/8/layout/orgChart1"/>
    <dgm:cxn modelId="{03AABF57-E35D-408D-92D6-84AF9EBB5D54}" type="presParOf" srcId="{43AA16F3-7756-477D-A3F3-DDBEE6E1EC53}" destId="{B50D22BD-8C56-4859-A4C9-B8728FB97153}" srcOrd="1" destOrd="0" presId="urn:microsoft.com/office/officeart/2005/8/layout/orgChart1"/>
    <dgm:cxn modelId="{83DEC8CF-1B73-4D3C-A06F-CE3A4C242013}" type="presParOf" srcId="{B50D22BD-8C56-4859-A4C9-B8728FB97153}" destId="{7F395731-FC67-4DCF-B085-7DEFCB4F2049}" srcOrd="0" destOrd="0" presId="urn:microsoft.com/office/officeart/2005/8/layout/orgChart1"/>
    <dgm:cxn modelId="{9D14CF46-C8F2-45EC-A693-3A42BA0973EE}" type="presParOf" srcId="{B50D22BD-8C56-4859-A4C9-B8728FB97153}" destId="{469F9D5B-D8B0-4353-8595-747A01714443}" srcOrd="1" destOrd="0" presId="urn:microsoft.com/office/officeart/2005/8/layout/orgChart1"/>
    <dgm:cxn modelId="{2AF98C02-4096-4BFF-BDA5-7A1A7978F9D4}" type="presParOf" srcId="{469F9D5B-D8B0-4353-8595-747A01714443}" destId="{2CC056F8-66C1-4CB2-A185-B2D70A211ED9}" srcOrd="0" destOrd="0" presId="urn:microsoft.com/office/officeart/2005/8/layout/orgChart1"/>
    <dgm:cxn modelId="{6414FE2E-24C1-4300-B76A-965E462EF1CE}" type="presParOf" srcId="{2CC056F8-66C1-4CB2-A185-B2D70A211ED9}" destId="{5F6C78CD-C554-44E5-B42A-D0002E3425D6}" srcOrd="0" destOrd="0" presId="urn:microsoft.com/office/officeart/2005/8/layout/orgChart1"/>
    <dgm:cxn modelId="{450BBA74-CC74-4F0E-B4B5-3A9AED85E139}" type="presParOf" srcId="{2CC056F8-66C1-4CB2-A185-B2D70A211ED9}" destId="{3CACF5AF-4F55-434E-ABBF-8F5C916486D0}" srcOrd="1" destOrd="0" presId="urn:microsoft.com/office/officeart/2005/8/layout/orgChart1"/>
    <dgm:cxn modelId="{A4A529D0-D4F0-4B0D-9EF0-78728FDA1B45}" type="presParOf" srcId="{469F9D5B-D8B0-4353-8595-747A01714443}" destId="{96607888-E98D-4C9B-AF32-474FBF7DD886}" srcOrd="1" destOrd="0" presId="urn:microsoft.com/office/officeart/2005/8/layout/orgChart1"/>
    <dgm:cxn modelId="{A491657E-BC70-4035-9313-22E0498D2859}" type="presParOf" srcId="{469F9D5B-D8B0-4353-8595-747A01714443}" destId="{A4FCCF19-B392-43CC-B6C6-67DCA509C206}" srcOrd="2" destOrd="0" presId="urn:microsoft.com/office/officeart/2005/8/layout/orgChart1"/>
    <dgm:cxn modelId="{9B0F3A08-2462-4520-924E-67F99BB5E3CE}" type="presParOf" srcId="{43AA16F3-7756-477D-A3F3-DDBEE6E1EC53}" destId="{EF824B7E-5033-4576-AF8E-B429D613550D}" srcOrd="2" destOrd="0" presId="urn:microsoft.com/office/officeart/2005/8/layout/orgChart1"/>
    <dgm:cxn modelId="{FCB270D1-C57C-4C09-A6E1-8E64C7530B28}" type="presParOf" srcId="{0FAAE27E-C5E0-49D6-88CE-6056A04408F3}" destId="{38D8E4EB-7D0F-4549-8F63-6FED5450D6B3}" srcOrd="2" destOrd="0" presId="urn:microsoft.com/office/officeart/2005/8/layout/orgChart1"/>
    <dgm:cxn modelId="{B171AA40-0A9A-4412-A2B3-1535389D3147}" type="presParOf" srcId="{0FAAE27E-C5E0-49D6-88CE-6056A04408F3}" destId="{42A31DD7-117D-4096-8885-0DDE68D8EA14}" srcOrd="3" destOrd="0" presId="urn:microsoft.com/office/officeart/2005/8/layout/orgChart1"/>
    <dgm:cxn modelId="{0B71A895-4881-4730-ADBB-6765D565E6E2}" type="presParOf" srcId="{42A31DD7-117D-4096-8885-0DDE68D8EA14}" destId="{5824CF10-EFE0-491F-828A-E79A87160FEC}" srcOrd="0" destOrd="0" presId="urn:microsoft.com/office/officeart/2005/8/layout/orgChart1"/>
    <dgm:cxn modelId="{4D48CAFF-660A-4EBB-9C2F-55268DB52D0E}" type="presParOf" srcId="{5824CF10-EFE0-491F-828A-E79A87160FEC}" destId="{808432FC-A38E-4738-A6AA-A8B559A6C594}" srcOrd="0" destOrd="0" presId="urn:microsoft.com/office/officeart/2005/8/layout/orgChart1"/>
    <dgm:cxn modelId="{6AD2687A-DF26-482D-AAC9-36443958F024}" type="presParOf" srcId="{5824CF10-EFE0-491F-828A-E79A87160FEC}" destId="{7740E838-E680-46FB-A641-360BAF22742A}" srcOrd="1" destOrd="0" presId="urn:microsoft.com/office/officeart/2005/8/layout/orgChart1"/>
    <dgm:cxn modelId="{3D4E8024-F39C-4BC4-8D6A-405A0E58D1FE}" type="presParOf" srcId="{42A31DD7-117D-4096-8885-0DDE68D8EA14}" destId="{2768BFE3-CC15-4174-848F-4E495BCE1FF4}" srcOrd="1" destOrd="0" presId="urn:microsoft.com/office/officeart/2005/8/layout/orgChart1"/>
    <dgm:cxn modelId="{7D286A8A-F17A-40C8-A7D4-8EAA3DC2B197}" type="presParOf" srcId="{2768BFE3-CC15-4174-848F-4E495BCE1FF4}" destId="{DFCF46BB-9AC6-4392-A5A5-DA6766DB548D}" srcOrd="0" destOrd="0" presId="urn:microsoft.com/office/officeart/2005/8/layout/orgChart1"/>
    <dgm:cxn modelId="{658B4290-8D40-4876-B249-BE61C96F546A}" type="presParOf" srcId="{2768BFE3-CC15-4174-848F-4E495BCE1FF4}" destId="{6C947F42-74B4-4103-9215-274252A613D2}" srcOrd="1" destOrd="0" presId="urn:microsoft.com/office/officeart/2005/8/layout/orgChart1"/>
    <dgm:cxn modelId="{3D5A8394-4211-4651-BABF-3785A512EE57}" type="presParOf" srcId="{6C947F42-74B4-4103-9215-274252A613D2}" destId="{EBD3B32D-3211-4B6F-9368-A22497A455E5}" srcOrd="0" destOrd="0" presId="urn:microsoft.com/office/officeart/2005/8/layout/orgChart1"/>
    <dgm:cxn modelId="{524F9FA0-8E6E-40CD-9F1A-4A215361D9F4}" type="presParOf" srcId="{EBD3B32D-3211-4B6F-9368-A22497A455E5}" destId="{85E41ED6-0859-4DCA-952C-D1EB1AAD8CA9}" srcOrd="0" destOrd="0" presId="urn:microsoft.com/office/officeart/2005/8/layout/orgChart1"/>
    <dgm:cxn modelId="{A9973FBB-AA61-464E-8E99-DB918AA9C420}" type="presParOf" srcId="{EBD3B32D-3211-4B6F-9368-A22497A455E5}" destId="{B040283A-546D-419F-934E-1025EF784593}" srcOrd="1" destOrd="0" presId="urn:microsoft.com/office/officeart/2005/8/layout/orgChart1"/>
    <dgm:cxn modelId="{7EBD9E0B-DA67-42FE-85E0-052DD2E7059A}" type="presParOf" srcId="{6C947F42-74B4-4103-9215-274252A613D2}" destId="{6DF59E59-CA7D-4D39-9DD9-7B9D4A93F2F8}" srcOrd="1" destOrd="0" presId="urn:microsoft.com/office/officeart/2005/8/layout/orgChart1"/>
    <dgm:cxn modelId="{33C8F296-8B88-4FDA-86E8-D9BF40E79BBB}" type="presParOf" srcId="{6C947F42-74B4-4103-9215-274252A613D2}" destId="{4BE7FE88-0A5B-49F3-AC6B-3D9F781BCF1F}" srcOrd="2" destOrd="0" presId="urn:microsoft.com/office/officeart/2005/8/layout/orgChart1"/>
    <dgm:cxn modelId="{E7B82D8F-8AF6-4277-894D-426D65B07C68}" type="presParOf" srcId="{2768BFE3-CC15-4174-848F-4E495BCE1FF4}" destId="{08AF699A-143C-4105-A626-DCD02FAF2ABF}" srcOrd="2" destOrd="0" presId="urn:microsoft.com/office/officeart/2005/8/layout/orgChart1"/>
    <dgm:cxn modelId="{AB0875FF-741D-4A47-816C-D51592AE0F2B}" type="presParOf" srcId="{2768BFE3-CC15-4174-848F-4E495BCE1FF4}" destId="{3E3123F6-6BE5-417B-84C6-334C7260051F}" srcOrd="3" destOrd="0" presId="urn:microsoft.com/office/officeart/2005/8/layout/orgChart1"/>
    <dgm:cxn modelId="{8FDE517C-7C23-4076-A021-EF819DBDFBEC}" type="presParOf" srcId="{3E3123F6-6BE5-417B-84C6-334C7260051F}" destId="{3991C8F2-4559-4BAD-BBEA-66E36C1CE07A}" srcOrd="0" destOrd="0" presId="urn:microsoft.com/office/officeart/2005/8/layout/orgChart1"/>
    <dgm:cxn modelId="{BACCB181-5439-4D83-8013-B4A6551BF4BA}" type="presParOf" srcId="{3991C8F2-4559-4BAD-BBEA-66E36C1CE07A}" destId="{6D96E52B-E383-432F-AA0E-225DDDB59626}" srcOrd="0" destOrd="0" presId="urn:microsoft.com/office/officeart/2005/8/layout/orgChart1"/>
    <dgm:cxn modelId="{1034B247-1DB5-4F75-8FA7-82CF8FB1DAD2}" type="presParOf" srcId="{3991C8F2-4559-4BAD-BBEA-66E36C1CE07A}" destId="{55951C23-2C49-4F19-A30E-370BC9675319}" srcOrd="1" destOrd="0" presId="urn:microsoft.com/office/officeart/2005/8/layout/orgChart1"/>
    <dgm:cxn modelId="{1244D5BE-AD11-4556-9068-59EEA39F8D3C}" type="presParOf" srcId="{3E3123F6-6BE5-417B-84C6-334C7260051F}" destId="{906B30A8-9D09-4663-9A7D-E3CB5D04866C}" srcOrd="1" destOrd="0" presId="urn:microsoft.com/office/officeart/2005/8/layout/orgChart1"/>
    <dgm:cxn modelId="{4EF35D8F-2052-4F5C-8885-B43884315910}" type="presParOf" srcId="{3E3123F6-6BE5-417B-84C6-334C7260051F}" destId="{AF744386-8A4B-4E7F-A4F6-4D8FE4DBA8B7}" srcOrd="2" destOrd="0" presId="urn:microsoft.com/office/officeart/2005/8/layout/orgChart1"/>
    <dgm:cxn modelId="{9D71B891-9003-4C2A-AA80-9A586AAD29B1}" type="presParOf" srcId="{42A31DD7-117D-4096-8885-0DDE68D8EA14}" destId="{2CFDCB58-34D3-4EF2-9BF0-871B3AC81094}" srcOrd="2" destOrd="0" presId="urn:microsoft.com/office/officeart/2005/8/layout/orgChart1"/>
    <dgm:cxn modelId="{F5234D31-3DAB-457A-A1ED-952D448550D7}" type="presParOf" srcId="{0FAAE27E-C5E0-49D6-88CE-6056A04408F3}" destId="{937D17AF-D7D6-42FC-BF67-78631B7E2213}" srcOrd="4" destOrd="0" presId="urn:microsoft.com/office/officeart/2005/8/layout/orgChart1"/>
    <dgm:cxn modelId="{CAAA7ACE-FA5B-49E5-9BF1-A8855B59B79A}" type="presParOf" srcId="{0FAAE27E-C5E0-49D6-88CE-6056A04408F3}" destId="{BCB8B010-BEC2-4167-9B2B-6ED1963797D6}" srcOrd="5" destOrd="0" presId="urn:microsoft.com/office/officeart/2005/8/layout/orgChart1"/>
    <dgm:cxn modelId="{65D45C90-B78D-4F44-9B0A-5F8AA42FC68A}" type="presParOf" srcId="{BCB8B010-BEC2-4167-9B2B-6ED1963797D6}" destId="{302D777A-84C6-4781-A5E8-29F5AFDDAB4E}" srcOrd="0" destOrd="0" presId="urn:microsoft.com/office/officeart/2005/8/layout/orgChart1"/>
    <dgm:cxn modelId="{07C96246-B91E-4F10-B1B8-B5E7C53F22FF}" type="presParOf" srcId="{302D777A-84C6-4781-A5E8-29F5AFDDAB4E}" destId="{412FC457-9B4D-4A13-A03A-9B70E3BDDD0C}" srcOrd="0" destOrd="0" presId="urn:microsoft.com/office/officeart/2005/8/layout/orgChart1"/>
    <dgm:cxn modelId="{446D3E5E-9B96-48BB-A0D2-2766EFF705FB}" type="presParOf" srcId="{302D777A-84C6-4781-A5E8-29F5AFDDAB4E}" destId="{C13BDB14-D9E9-47A6-A3E5-F00BD1D9510B}" srcOrd="1" destOrd="0" presId="urn:microsoft.com/office/officeart/2005/8/layout/orgChart1"/>
    <dgm:cxn modelId="{02E7ADDE-0DCF-4B60-AABE-1ECE79669B69}" type="presParOf" srcId="{BCB8B010-BEC2-4167-9B2B-6ED1963797D6}" destId="{1A6FEF09-0C4C-4B67-91FA-0A9B93EB7E05}" srcOrd="1" destOrd="0" presId="urn:microsoft.com/office/officeart/2005/8/layout/orgChart1"/>
    <dgm:cxn modelId="{1426C3EF-B68E-4CBF-A6B9-25B73C4730EC}" type="presParOf" srcId="{1A6FEF09-0C4C-4B67-91FA-0A9B93EB7E05}" destId="{00B17FBF-1208-4676-BAB4-71279C477C1C}" srcOrd="0" destOrd="0" presId="urn:microsoft.com/office/officeart/2005/8/layout/orgChart1"/>
    <dgm:cxn modelId="{237FF47C-381F-42C5-A934-BA8FF2F82A75}" type="presParOf" srcId="{1A6FEF09-0C4C-4B67-91FA-0A9B93EB7E05}" destId="{E13C6F27-331F-4758-97B8-5BEE86311444}" srcOrd="1" destOrd="0" presId="urn:microsoft.com/office/officeart/2005/8/layout/orgChart1"/>
    <dgm:cxn modelId="{9F598714-94FE-4455-9E71-43FD762B7775}" type="presParOf" srcId="{E13C6F27-331F-4758-97B8-5BEE86311444}" destId="{A5E18CF6-A969-4CA1-8FC0-84A4ADE0CB7C}" srcOrd="0" destOrd="0" presId="urn:microsoft.com/office/officeart/2005/8/layout/orgChart1"/>
    <dgm:cxn modelId="{889B5D42-CE0C-4AB2-BBE1-EBB87409B1E1}" type="presParOf" srcId="{A5E18CF6-A969-4CA1-8FC0-84A4ADE0CB7C}" destId="{9D91FC49-EF0D-4678-A44B-0355C79D1D83}" srcOrd="0" destOrd="0" presId="urn:microsoft.com/office/officeart/2005/8/layout/orgChart1"/>
    <dgm:cxn modelId="{EE0D1FC2-D483-405B-A039-8A11D8AF4D93}" type="presParOf" srcId="{A5E18CF6-A969-4CA1-8FC0-84A4ADE0CB7C}" destId="{2C448A0E-C5DB-4C11-98A2-404249CE9D1E}" srcOrd="1" destOrd="0" presId="urn:microsoft.com/office/officeart/2005/8/layout/orgChart1"/>
    <dgm:cxn modelId="{2F1CAA43-09BD-4AC9-95CC-83FE92637EC7}" type="presParOf" srcId="{E13C6F27-331F-4758-97B8-5BEE86311444}" destId="{AF7DF725-513C-43DC-B423-69FC2AE745D9}" srcOrd="1" destOrd="0" presId="urn:microsoft.com/office/officeart/2005/8/layout/orgChart1"/>
    <dgm:cxn modelId="{2256DE22-67D5-4653-9B54-9B4F1720C5CC}" type="presParOf" srcId="{E13C6F27-331F-4758-97B8-5BEE86311444}" destId="{AB86C2D1-7E64-4FF5-9A78-29AC9B6A8B1F}" srcOrd="2" destOrd="0" presId="urn:microsoft.com/office/officeart/2005/8/layout/orgChart1"/>
    <dgm:cxn modelId="{ECEC7BB1-5AD7-4BEE-A184-9BC74B140DC8}" type="presParOf" srcId="{1A6FEF09-0C4C-4B67-91FA-0A9B93EB7E05}" destId="{0056AD2E-92EC-43BD-9F50-3044ABF529A2}" srcOrd="2" destOrd="0" presId="urn:microsoft.com/office/officeart/2005/8/layout/orgChart1"/>
    <dgm:cxn modelId="{D6B8A5D3-3957-4B42-AA9D-CE8EBB29CEA3}" type="presParOf" srcId="{1A6FEF09-0C4C-4B67-91FA-0A9B93EB7E05}" destId="{774DC957-FFAD-4BE7-94FA-FE556EDC47D1}" srcOrd="3" destOrd="0" presId="urn:microsoft.com/office/officeart/2005/8/layout/orgChart1"/>
    <dgm:cxn modelId="{E1D4189F-8DC7-4FCA-B049-3167A4FE2EA7}" type="presParOf" srcId="{774DC957-FFAD-4BE7-94FA-FE556EDC47D1}" destId="{D32AE2BC-FABB-4075-B9CD-A99441FAAB92}" srcOrd="0" destOrd="0" presId="urn:microsoft.com/office/officeart/2005/8/layout/orgChart1"/>
    <dgm:cxn modelId="{84BD93E7-7001-443A-BC92-A1C0296FAC8E}" type="presParOf" srcId="{D32AE2BC-FABB-4075-B9CD-A99441FAAB92}" destId="{CB017756-1B4A-4878-AF2E-633DC5C07473}" srcOrd="0" destOrd="0" presId="urn:microsoft.com/office/officeart/2005/8/layout/orgChart1"/>
    <dgm:cxn modelId="{1E71BC29-C757-44D0-926A-5EFA95633396}" type="presParOf" srcId="{D32AE2BC-FABB-4075-B9CD-A99441FAAB92}" destId="{59BB1EBD-D40E-4D07-B1BB-5255ED34A668}" srcOrd="1" destOrd="0" presId="urn:microsoft.com/office/officeart/2005/8/layout/orgChart1"/>
    <dgm:cxn modelId="{F2ED0E19-6489-47AF-BD7A-DFFE108DC05A}" type="presParOf" srcId="{774DC957-FFAD-4BE7-94FA-FE556EDC47D1}" destId="{088D5D91-1DE9-4CC1-BAF8-D438C7930EC2}" srcOrd="1" destOrd="0" presId="urn:microsoft.com/office/officeart/2005/8/layout/orgChart1"/>
    <dgm:cxn modelId="{06AC50C0-8E50-42A2-B524-A427D54CE341}" type="presParOf" srcId="{774DC957-FFAD-4BE7-94FA-FE556EDC47D1}" destId="{9DEEF97E-8DF2-4332-9A8C-09A863FFC832}" srcOrd="2" destOrd="0" presId="urn:microsoft.com/office/officeart/2005/8/layout/orgChart1"/>
    <dgm:cxn modelId="{9962FD0F-5FE9-42B7-8D71-524F40597F7F}" type="presParOf" srcId="{BCB8B010-BEC2-4167-9B2B-6ED1963797D6}" destId="{179DA8C0-CC53-4741-9A13-440776960094}" srcOrd="2" destOrd="0" presId="urn:microsoft.com/office/officeart/2005/8/layout/orgChart1"/>
    <dgm:cxn modelId="{6883456F-92DF-460B-BAE8-54BCF6ED7655}" type="presParOf" srcId="{DC9D9E0A-7B30-441A-80D0-01D323D6840E}" destId="{C10B08D9-BF60-460B-AD05-69E478B402BF}"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52467B-23B3-4EB3-9B62-0691792775DD}">
      <dsp:nvSpPr>
        <dsp:cNvPr id="0" name=""/>
        <dsp:cNvSpPr/>
      </dsp:nvSpPr>
      <dsp:spPr>
        <a:xfrm>
          <a:off x="0" y="2993648"/>
          <a:ext cx="8219256" cy="491132"/>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2240" tIns="142240" rIns="142240" bIns="142240" numCol="1" spcCol="1270" anchor="ctr" anchorCtr="0">
          <a:noAutofit/>
        </a:bodyPr>
        <a:lstStyle/>
        <a:p>
          <a:pPr lvl="0" algn="ctr" defTabSz="889000">
            <a:lnSpc>
              <a:spcPct val="90000"/>
            </a:lnSpc>
            <a:spcBef>
              <a:spcPct val="0"/>
            </a:spcBef>
            <a:spcAft>
              <a:spcPct val="35000"/>
            </a:spcAft>
          </a:pPr>
          <a:r>
            <a:rPr lang="es-ES_tradnl" sz="2000" b="1" kern="1200" dirty="0" smtClean="0"/>
            <a:t>EVALUACIÓN DE RESULTADOS</a:t>
          </a:r>
          <a:endParaRPr lang="es-ES" sz="2000" b="1" kern="1200" dirty="0"/>
        </a:p>
      </dsp:txBody>
      <dsp:txXfrm>
        <a:off x="0" y="2993648"/>
        <a:ext cx="8219256" cy="491132"/>
      </dsp:txXfrm>
    </dsp:sp>
    <dsp:sp modelId="{24EA468A-669F-4179-A2CA-1C6E9BF9127F}">
      <dsp:nvSpPr>
        <dsp:cNvPr id="0" name=""/>
        <dsp:cNvSpPr/>
      </dsp:nvSpPr>
      <dsp:spPr>
        <a:xfrm rot="10800000">
          <a:off x="0" y="2245652"/>
          <a:ext cx="8219256" cy="755362"/>
        </a:xfrm>
        <a:prstGeom prst="upArrowCallout">
          <a:avLst/>
        </a:prstGeom>
        <a:gradFill rotWithShape="0">
          <a:gsLst>
            <a:gs pos="0">
              <a:schemeClr val="accent2">
                <a:hueOff val="-1967055"/>
                <a:satOff val="-350"/>
                <a:lumOff val="-3333"/>
                <a:alphaOff val="0"/>
                <a:lumMod val="110000"/>
                <a:satMod val="105000"/>
                <a:tint val="67000"/>
              </a:schemeClr>
            </a:gs>
            <a:gs pos="50000">
              <a:schemeClr val="accent2">
                <a:hueOff val="-1967055"/>
                <a:satOff val="-350"/>
                <a:lumOff val="-3333"/>
                <a:alphaOff val="0"/>
                <a:lumMod val="105000"/>
                <a:satMod val="103000"/>
                <a:tint val="73000"/>
              </a:schemeClr>
            </a:gs>
            <a:gs pos="100000">
              <a:schemeClr val="accent2">
                <a:hueOff val="-1967055"/>
                <a:satOff val="-350"/>
                <a:lumOff val="-333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2240" tIns="142240" rIns="142240" bIns="142240" numCol="1" spcCol="1270" anchor="ctr" anchorCtr="0">
          <a:noAutofit/>
        </a:bodyPr>
        <a:lstStyle/>
        <a:p>
          <a:pPr lvl="0" algn="ctr" defTabSz="889000">
            <a:lnSpc>
              <a:spcPct val="90000"/>
            </a:lnSpc>
            <a:spcBef>
              <a:spcPct val="0"/>
            </a:spcBef>
            <a:spcAft>
              <a:spcPct val="35000"/>
            </a:spcAft>
          </a:pPr>
          <a:r>
            <a:rPr lang="es-ES_tradnl" sz="2000" b="1" kern="1200" dirty="0" smtClean="0"/>
            <a:t>SEGUIMIENTO Y CONTROL</a:t>
          </a:r>
          <a:endParaRPr lang="es-ES" sz="2000" b="1" kern="1200" dirty="0"/>
        </a:p>
      </dsp:txBody>
      <dsp:txXfrm rot="10800000">
        <a:off x="0" y="2245652"/>
        <a:ext cx="8219256" cy="490812"/>
      </dsp:txXfrm>
    </dsp:sp>
    <dsp:sp modelId="{A59C54E1-BDC3-48CD-B93A-AA4AF7835CB3}">
      <dsp:nvSpPr>
        <dsp:cNvPr id="0" name=""/>
        <dsp:cNvSpPr/>
      </dsp:nvSpPr>
      <dsp:spPr>
        <a:xfrm rot="10800000">
          <a:off x="0" y="1497657"/>
          <a:ext cx="8219256" cy="755362"/>
        </a:xfrm>
        <a:prstGeom prst="upArrowCallout">
          <a:avLst/>
        </a:prstGeom>
        <a:gradFill rotWithShape="0">
          <a:gsLst>
            <a:gs pos="0">
              <a:schemeClr val="accent2">
                <a:hueOff val="-3934109"/>
                <a:satOff val="-700"/>
                <a:lumOff val="-6667"/>
                <a:alphaOff val="0"/>
                <a:lumMod val="110000"/>
                <a:satMod val="105000"/>
                <a:tint val="67000"/>
              </a:schemeClr>
            </a:gs>
            <a:gs pos="50000">
              <a:schemeClr val="accent2">
                <a:hueOff val="-3934109"/>
                <a:satOff val="-700"/>
                <a:lumOff val="-6667"/>
                <a:alphaOff val="0"/>
                <a:lumMod val="105000"/>
                <a:satMod val="103000"/>
                <a:tint val="73000"/>
              </a:schemeClr>
            </a:gs>
            <a:gs pos="100000">
              <a:schemeClr val="accent2">
                <a:hueOff val="-3934109"/>
                <a:satOff val="-700"/>
                <a:lumOff val="-6667"/>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2240" tIns="142240" rIns="142240" bIns="142240" numCol="1" spcCol="1270" anchor="ctr" anchorCtr="0">
          <a:noAutofit/>
        </a:bodyPr>
        <a:lstStyle/>
        <a:p>
          <a:pPr lvl="0" algn="ctr" defTabSz="889000">
            <a:lnSpc>
              <a:spcPct val="90000"/>
            </a:lnSpc>
            <a:spcBef>
              <a:spcPct val="0"/>
            </a:spcBef>
            <a:spcAft>
              <a:spcPct val="35000"/>
            </a:spcAft>
          </a:pPr>
          <a:r>
            <a:rPr lang="es-ES_tradnl" sz="2000" b="1" kern="1200" dirty="0" smtClean="0"/>
            <a:t>DESARROLLO DE LA ACCIÓN</a:t>
          </a:r>
          <a:endParaRPr lang="es-ES" sz="2000" b="1" kern="1200" dirty="0"/>
        </a:p>
      </dsp:txBody>
      <dsp:txXfrm rot="10800000">
        <a:off x="0" y="1497657"/>
        <a:ext cx="8219256" cy="490812"/>
      </dsp:txXfrm>
    </dsp:sp>
    <dsp:sp modelId="{73B67941-2BE8-44FB-B26F-4ABF7AC6C26F}">
      <dsp:nvSpPr>
        <dsp:cNvPr id="0" name=""/>
        <dsp:cNvSpPr/>
      </dsp:nvSpPr>
      <dsp:spPr>
        <a:xfrm rot="10800000">
          <a:off x="0" y="749662"/>
          <a:ext cx="8219256" cy="755362"/>
        </a:xfrm>
        <a:prstGeom prst="upArrowCallout">
          <a:avLst/>
        </a:prstGeom>
        <a:gradFill rotWithShape="0">
          <a:gsLst>
            <a:gs pos="0">
              <a:schemeClr val="accent2">
                <a:hueOff val="-5901164"/>
                <a:satOff val="-1050"/>
                <a:lumOff val="-10000"/>
                <a:alphaOff val="0"/>
                <a:lumMod val="110000"/>
                <a:satMod val="105000"/>
                <a:tint val="67000"/>
              </a:schemeClr>
            </a:gs>
            <a:gs pos="50000">
              <a:schemeClr val="accent2">
                <a:hueOff val="-5901164"/>
                <a:satOff val="-1050"/>
                <a:lumOff val="-10000"/>
                <a:alphaOff val="0"/>
                <a:lumMod val="105000"/>
                <a:satMod val="103000"/>
                <a:tint val="73000"/>
              </a:schemeClr>
            </a:gs>
            <a:gs pos="100000">
              <a:schemeClr val="accent2">
                <a:hueOff val="-5901164"/>
                <a:satOff val="-1050"/>
                <a:lumOff val="-1000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2240" tIns="142240" rIns="142240" bIns="142240" numCol="1" spcCol="1270" anchor="ctr" anchorCtr="0">
          <a:noAutofit/>
        </a:bodyPr>
        <a:lstStyle/>
        <a:p>
          <a:pPr lvl="0" algn="ctr" defTabSz="889000">
            <a:lnSpc>
              <a:spcPct val="90000"/>
            </a:lnSpc>
            <a:spcBef>
              <a:spcPct val="0"/>
            </a:spcBef>
            <a:spcAft>
              <a:spcPct val="35000"/>
            </a:spcAft>
          </a:pPr>
          <a:r>
            <a:rPr lang="es-ES_tradnl" sz="2000" b="1" kern="1200" dirty="0" smtClean="0"/>
            <a:t>DISEÑO DE LA ACTUACIÓN</a:t>
          </a:r>
          <a:endParaRPr lang="es-ES" sz="2000" b="1" kern="1200" dirty="0"/>
        </a:p>
      </dsp:txBody>
      <dsp:txXfrm rot="10800000">
        <a:off x="0" y="749662"/>
        <a:ext cx="8219256" cy="490812"/>
      </dsp:txXfrm>
    </dsp:sp>
    <dsp:sp modelId="{97CB56EE-8C39-4462-A882-D6F31298C89D}">
      <dsp:nvSpPr>
        <dsp:cNvPr id="0" name=""/>
        <dsp:cNvSpPr/>
      </dsp:nvSpPr>
      <dsp:spPr>
        <a:xfrm rot="10800000">
          <a:off x="0" y="1666"/>
          <a:ext cx="8219256" cy="755362"/>
        </a:xfrm>
        <a:prstGeom prst="upArrowCallout">
          <a:avLst/>
        </a:prstGeom>
        <a:gradFill rotWithShape="0">
          <a:gsLst>
            <a:gs pos="0">
              <a:schemeClr val="accent2">
                <a:hueOff val="-7868219"/>
                <a:satOff val="-1400"/>
                <a:lumOff val="-13333"/>
                <a:alphaOff val="0"/>
                <a:lumMod val="110000"/>
                <a:satMod val="105000"/>
                <a:tint val="67000"/>
              </a:schemeClr>
            </a:gs>
            <a:gs pos="50000">
              <a:schemeClr val="accent2">
                <a:hueOff val="-7868219"/>
                <a:satOff val="-1400"/>
                <a:lumOff val="-13333"/>
                <a:alphaOff val="0"/>
                <a:lumMod val="105000"/>
                <a:satMod val="103000"/>
                <a:tint val="73000"/>
              </a:schemeClr>
            </a:gs>
            <a:gs pos="100000">
              <a:schemeClr val="accent2">
                <a:hueOff val="-7868219"/>
                <a:satOff val="-1400"/>
                <a:lumOff val="-1333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2240" tIns="142240" rIns="142240" bIns="142240" numCol="1" spcCol="1270" anchor="ctr" anchorCtr="0">
          <a:noAutofit/>
        </a:bodyPr>
        <a:lstStyle/>
        <a:p>
          <a:pPr lvl="0" algn="ctr" defTabSz="889000">
            <a:lnSpc>
              <a:spcPct val="90000"/>
            </a:lnSpc>
            <a:spcBef>
              <a:spcPct val="0"/>
            </a:spcBef>
            <a:spcAft>
              <a:spcPct val="35000"/>
            </a:spcAft>
          </a:pPr>
          <a:r>
            <a:rPr lang="es-ES_tradnl" sz="2000" b="1" kern="1200" dirty="0" smtClean="0"/>
            <a:t>DIAGNÓSTICO DE SITUACIÓN</a:t>
          </a:r>
          <a:endParaRPr lang="es-ES" sz="2000" b="1" kern="1200" dirty="0"/>
        </a:p>
      </dsp:txBody>
      <dsp:txXfrm rot="10800000">
        <a:off x="0" y="1666"/>
        <a:ext cx="8219256" cy="4908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A52467B-23B3-4EB3-9B62-0691792775DD}">
      <dsp:nvSpPr>
        <dsp:cNvPr id="0" name=""/>
        <dsp:cNvSpPr/>
      </dsp:nvSpPr>
      <dsp:spPr>
        <a:xfrm>
          <a:off x="0" y="2993648"/>
          <a:ext cx="8219256" cy="491132"/>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2240" tIns="142240" rIns="142240" bIns="142240" numCol="1" spcCol="1270" anchor="ctr" anchorCtr="0">
          <a:noAutofit/>
        </a:bodyPr>
        <a:lstStyle/>
        <a:p>
          <a:pPr lvl="0" algn="ctr" defTabSz="889000">
            <a:lnSpc>
              <a:spcPct val="90000"/>
            </a:lnSpc>
            <a:spcBef>
              <a:spcPct val="0"/>
            </a:spcBef>
            <a:spcAft>
              <a:spcPct val="35000"/>
            </a:spcAft>
          </a:pPr>
          <a:r>
            <a:rPr lang="es-ES_tradnl" sz="2000" b="1" kern="1200" dirty="0" smtClean="0"/>
            <a:t>EVALUACIÓN DE RESULTADOS</a:t>
          </a:r>
          <a:endParaRPr lang="es-ES" sz="2000" b="1" kern="1200" dirty="0"/>
        </a:p>
      </dsp:txBody>
      <dsp:txXfrm>
        <a:off x="0" y="2993648"/>
        <a:ext cx="8219256" cy="491132"/>
      </dsp:txXfrm>
    </dsp:sp>
    <dsp:sp modelId="{24EA468A-669F-4179-A2CA-1C6E9BF9127F}">
      <dsp:nvSpPr>
        <dsp:cNvPr id="0" name=""/>
        <dsp:cNvSpPr/>
      </dsp:nvSpPr>
      <dsp:spPr>
        <a:xfrm rot="10800000">
          <a:off x="0" y="2245652"/>
          <a:ext cx="8219256" cy="755362"/>
        </a:xfrm>
        <a:prstGeom prst="upArrowCallout">
          <a:avLst/>
        </a:prstGeom>
        <a:gradFill rotWithShape="0">
          <a:gsLst>
            <a:gs pos="0">
              <a:schemeClr val="accent2">
                <a:hueOff val="-1967055"/>
                <a:satOff val="-350"/>
                <a:lumOff val="-3333"/>
                <a:alphaOff val="0"/>
                <a:lumMod val="110000"/>
                <a:satMod val="105000"/>
                <a:tint val="67000"/>
              </a:schemeClr>
            </a:gs>
            <a:gs pos="50000">
              <a:schemeClr val="accent2">
                <a:hueOff val="-1967055"/>
                <a:satOff val="-350"/>
                <a:lumOff val="-3333"/>
                <a:alphaOff val="0"/>
                <a:lumMod val="105000"/>
                <a:satMod val="103000"/>
                <a:tint val="73000"/>
              </a:schemeClr>
            </a:gs>
            <a:gs pos="100000">
              <a:schemeClr val="accent2">
                <a:hueOff val="-1967055"/>
                <a:satOff val="-350"/>
                <a:lumOff val="-333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2240" tIns="142240" rIns="142240" bIns="142240" numCol="1" spcCol="1270" anchor="ctr" anchorCtr="0">
          <a:noAutofit/>
        </a:bodyPr>
        <a:lstStyle/>
        <a:p>
          <a:pPr lvl="0" algn="ctr" defTabSz="889000">
            <a:lnSpc>
              <a:spcPct val="90000"/>
            </a:lnSpc>
            <a:spcBef>
              <a:spcPct val="0"/>
            </a:spcBef>
            <a:spcAft>
              <a:spcPct val="35000"/>
            </a:spcAft>
          </a:pPr>
          <a:r>
            <a:rPr lang="es-ES_tradnl" sz="2000" b="1" kern="1200" dirty="0" smtClean="0"/>
            <a:t>SEGUIMIENTO Y CONTROL</a:t>
          </a:r>
          <a:endParaRPr lang="es-ES" sz="2000" b="1" kern="1200" dirty="0"/>
        </a:p>
      </dsp:txBody>
      <dsp:txXfrm rot="10800000">
        <a:off x="0" y="2245652"/>
        <a:ext cx="8219256" cy="490812"/>
      </dsp:txXfrm>
    </dsp:sp>
    <dsp:sp modelId="{A59C54E1-BDC3-48CD-B93A-AA4AF7835CB3}">
      <dsp:nvSpPr>
        <dsp:cNvPr id="0" name=""/>
        <dsp:cNvSpPr/>
      </dsp:nvSpPr>
      <dsp:spPr>
        <a:xfrm rot="10800000">
          <a:off x="0" y="1497657"/>
          <a:ext cx="8219256" cy="755362"/>
        </a:xfrm>
        <a:prstGeom prst="upArrowCallout">
          <a:avLst/>
        </a:prstGeom>
        <a:gradFill rotWithShape="0">
          <a:gsLst>
            <a:gs pos="0">
              <a:schemeClr val="accent2">
                <a:hueOff val="-3934109"/>
                <a:satOff val="-700"/>
                <a:lumOff val="-6667"/>
                <a:alphaOff val="0"/>
                <a:lumMod val="110000"/>
                <a:satMod val="105000"/>
                <a:tint val="67000"/>
              </a:schemeClr>
            </a:gs>
            <a:gs pos="50000">
              <a:schemeClr val="accent2">
                <a:hueOff val="-3934109"/>
                <a:satOff val="-700"/>
                <a:lumOff val="-6667"/>
                <a:alphaOff val="0"/>
                <a:lumMod val="105000"/>
                <a:satMod val="103000"/>
                <a:tint val="73000"/>
              </a:schemeClr>
            </a:gs>
            <a:gs pos="100000">
              <a:schemeClr val="accent2">
                <a:hueOff val="-3934109"/>
                <a:satOff val="-700"/>
                <a:lumOff val="-6667"/>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2240" tIns="142240" rIns="142240" bIns="142240" numCol="1" spcCol="1270" anchor="ctr" anchorCtr="0">
          <a:noAutofit/>
        </a:bodyPr>
        <a:lstStyle/>
        <a:p>
          <a:pPr lvl="0" algn="ctr" defTabSz="889000">
            <a:lnSpc>
              <a:spcPct val="90000"/>
            </a:lnSpc>
            <a:spcBef>
              <a:spcPct val="0"/>
            </a:spcBef>
            <a:spcAft>
              <a:spcPct val="35000"/>
            </a:spcAft>
          </a:pPr>
          <a:r>
            <a:rPr lang="es-ES_tradnl" sz="2000" b="1" kern="1200" dirty="0" smtClean="0"/>
            <a:t>DESARROLLO DE LA ACCIÓN</a:t>
          </a:r>
          <a:endParaRPr lang="es-ES" sz="2000" b="1" kern="1200" dirty="0"/>
        </a:p>
      </dsp:txBody>
      <dsp:txXfrm rot="10800000">
        <a:off x="0" y="1497657"/>
        <a:ext cx="8219256" cy="490812"/>
      </dsp:txXfrm>
    </dsp:sp>
    <dsp:sp modelId="{73B67941-2BE8-44FB-B26F-4ABF7AC6C26F}">
      <dsp:nvSpPr>
        <dsp:cNvPr id="0" name=""/>
        <dsp:cNvSpPr/>
      </dsp:nvSpPr>
      <dsp:spPr>
        <a:xfrm rot="10800000">
          <a:off x="0" y="749662"/>
          <a:ext cx="8219256" cy="755362"/>
        </a:xfrm>
        <a:prstGeom prst="upArrowCallout">
          <a:avLst/>
        </a:prstGeom>
        <a:gradFill rotWithShape="0">
          <a:gsLst>
            <a:gs pos="0">
              <a:schemeClr val="accent2">
                <a:hueOff val="-5901164"/>
                <a:satOff val="-1050"/>
                <a:lumOff val="-10000"/>
                <a:alphaOff val="0"/>
                <a:lumMod val="110000"/>
                <a:satMod val="105000"/>
                <a:tint val="67000"/>
              </a:schemeClr>
            </a:gs>
            <a:gs pos="50000">
              <a:schemeClr val="accent2">
                <a:hueOff val="-5901164"/>
                <a:satOff val="-1050"/>
                <a:lumOff val="-10000"/>
                <a:alphaOff val="0"/>
                <a:lumMod val="105000"/>
                <a:satMod val="103000"/>
                <a:tint val="73000"/>
              </a:schemeClr>
            </a:gs>
            <a:gs pos="100000">
              <a:schemeClr val="accent2">
                <a:hueOff val="-5901164"/>
                <a:satOff val="-1050"/>
                <a:lumOff val="-1000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2240" tIns="142240" rIns="142240" bIns="142240" numCol="1" spcCol="1270" anchor="ctr" anchorCtr="0">
          <a:noAutofit/>
        </a:bodyPr>
        <a:lstStyle/>
        <a:p>
          <a:pPr lvl="0" algn="ctr" defTabSz="889000">
            <a:lnSpc>
              <a:spcPct val="90000"/>
            </a:lnSpc>
            <a:spcBef>
              <a:spcPct val="0"/>
            </a:spcBef>
            <a:spcAft>
              <a:spcPct val="35000"/>
            </a:spcAft>
          </a:pPr>
          <a:r>
            <a:rPr lang="es-ES_tradnl" sz="2000" b="1" kern="1200" dirty="0" smtClean="0"/>
            <a:t>DISEÑO DE LA ACTUACIÓN</a:t>
          </a:r>
          <a:endParaRPr lang="es-ES" sz="2000" b="1" kern="1200" dirty="0"/>
        </a:p>
      </dsp:txBody>
      <dsp:txXfrm rot="10800000">
        <a:off x="0" y="749662"/>
        <a:ext cx="8219256" cy="490812"/>
      </dsp:txXfrm>
    </dsp:sp>
    <dsp:sp modelId="{97CB56EE-8C39-4462-A882-D6F31298C89D}">
      <dsp:nvSpPr>
        <dsp:cNvPr id="0" name=""/>
        <dsp:cNvSpPr/>
      </dsp:nvSpPr>
      <dsp:spPr>
        <a:xfrm rot="10800000">
          <a:off x="0" y="1666"/>
          <a:ext cx="8219256" cy="755362"/>
        </a:xfrm>
        <a:prstGeom prst="upArrowCallout">
          <a:avLst/>
        </a:prstGeom>
        <a:gradFill rotWithShape="0">
          <a:gsLst>
            <a:gs pos="0">
              <a:schemeClr val="accent2">
                <a:hueOff val="-7868219"/>
                <a:satOff val="-1400"/>
                <a:lumOff val="-13333"/>
                <a:alphaOff val="0"/>
                <a:lumMod val="110000"/>
                <a:satMod val="105000"/>
                <a:tint val="67000"/>
              </a:schemeClr>
            </a:gs>
            <a:gs pos="50000">
              <a:schemeClr val="accent2">
                <a:hueOff val="-7868219"/>
                <a:satOff val="-1400"/>
                <a:lumOff val="-13333"/>
                <a:alphaOff val="0"/>
                <a:lumMod val="105000"/>
                <a:satMod val="103000"/>
                <a:tint val="73000"/>
              </a:schemeClr>
            </a:gs>
            <a:gs pos="100000">
              <a:schemeClr val="accent2">
                <a:hueOff val="-7868219"/>
                <a:satOff val="-1400"/>
                <a:lumOff val="-1333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2240" tIns="142240" rIns="142240" bIns="142240" numCol="1" spcCol="1270" anchor="ctr" anchorCtr="0">
          <a:noAutofit/>
        </a:bodyPr>
        <a:lstStyle/>
        <a:p>
          <a:pPr lvl="0" algn="ctr" defTabSz="889000">
            <a:lnSpc>
              <a:spcPct val="90000"/>
            </a:lnSpc>
            <a:spcBef>
              <a:spcPct val="0"/>
            </a:spcBef>
            <a:spcAft>
              <a:spcPct val="35000"/>
            </a:spcAft>
          </a:pPr>
          <a:r>
            <a:rPr lang="es-ES_tradnl" sz="2000" b="1" kern="1200" dirty="0" smtClean="0"/>
            <a:t>DIAGNÓSTICO DE SITUACIÓN</a:t>
          </a:r>
          <a:endParaRPr lang="es-ES" sz="2000" b="1" kern="1200" dirty="0"/>
        </a:p>
      </dsp:txBody>
      <dsp:txXfrm rot="10800000">
        <a:off x="0" y="1666"/>
        <a:ext cx="8219256" cy="49081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1AF80B-1FE5-466C-9EFF-BFDA259DEDCA}">
      <dsp:nvSpPr>
        <dsp:cNvPr id="0" name=""/>
        <dsp:cNvSpPr/>
      </dsp:nvSpPr>
      <dsp:spPr>
        <a:xfrm>
          <a:off x="0" y="0"/>
          <a:ext cx="3272298" cy="712946"/>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a:lnSpc>
              <a:spcPct val="90000"/>
            </a:lnSpc>
            <a:spcBef>
              <a:spcPct val="0"/>
            </a:spcBef>
            <a:spcAft>
              <a:spcPct val="35000"/>
            </a:spcAft>
          </a:pPr>
          <a:r>
            <a:rPr lang="es-ES_tradnl" sz="1500" kern="1200" smtClean="0"/>
            <a:t>Situación de partida</a:t>
          </a:r>
          <a:endParaRPr lang="es-ES" sz="1500" kern="1200" dirty="0"/>
        </a:p>
      </dsp:txBody>
      <dsp:txXfrm>
        <a:off x="20881" y="20881"/>
        <a:ext cx="2419559" cy="671184"/>
      </dsp:txXfrm>
    </dsp:sp>
    <dsp:sp modelId="{EA81E3B1-38F9-4298-A223-AD414D274C40}">
      <dsp:nvSpPr>
        <dsp:cNvPr id="0" name=""/>
        <dsp:cNvSpPr/>
      </dsp:nvSpPr>
      <dsp:spPr>
        <a:xfrm>
          <a:off x="244359" y="811966"/>
          <a:ext cx="3272298" cy="712946"/>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s-ES_tradnl" sz="1500" kern="1200" dirty="0" smtClean="0"/>
            <a:t>Identificación de necesidades</a:t>
          </a:r>
          <a:endParaRPr lang="es-ES_tradnl" sz="1500" kern="1200" dirty="0"/>
        </a:p>
      </dsp:txBody>
      <dsp:txXfrm>
        <a:off x="265240" y="832847"/>
        <a:ext cx="2522761" cy="671184"/>
      </dsp:txXfrm>
    </dsp:sp>
    <dsp:sp modelId="{3168C40A-2D5A-426B-A2BA-39829A6EEE5F}">
      <dsp:nvSpPr>
        <dsp:cNvPr id="0" name=""/>
        <dsp:cNvSpPr/>
      </dsp:nvSpPr>
      <dsp:spPr>
        <a:xfrm>
          <a:off x="488719" y="1623933"/>
          <a:ext cx="3272298" cy="712946"/>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s-ES_tradnl" sz="1500" kern="1200" dirty="0" smtClean="0"/>
            <a:t>Planteamiento del problema </a:t>
          </a:r>
          <a:endParaRPr lang="es-ES_tradnl" sz="1500" kern="1200" dirty="0"/>
        </a:p>
      </dsp:txBody>
      <dsp:txXfrm>
        <a:off x="509600" y="1644814"/>
        <a:ext cx="2522761" cy="671184"/>
      </dsp:txXfrm>
    </dsp:sp>
    <dsp:sp modelId="{D8DBA313-9B58-43C5-9E6E-45011FEE294E}">
      <dsp:nvSpPr>
        <dsp:cNvPr id="0" name=""/>
        <dsp:cNvSpPr/>
      </dsp:nvSpPr>
      <dsp:spPr>
        <a:xfrm>
          <a:off x="733079" y="2435899"/>
          <a:ext cx="3272298" cy="712946"/>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s-ES_tradnl" sz="1500" kern="1200" dirty="0" smtClean="0"/>
            <a:t>Objetivos que se persiguen</a:t>
          </a:r>
          <a:endParaRPr lang="es-ES_tradnl" sz="1500" kern="1200" dirty="0"/>
        </a:p>
      </dsp:txBody>
      <dsp:txXfrm>
        <a:off x="753960" y="2456780"/>
        <a:ext cx="2522761" cy="671184"/>
      </dsp:txXfrm>
    </dsp:sp>
    <dsp:sp modelId="{D7CB79AC-3EF1-4972-BC54-A61AE66A2587}">
      <dsp:nvSpPr>
        <dsp:cNvPr id="0" name=""/>
        <dsp:cNvSpPr/>
      </dsp:nvSpPr>
      <dsp:spPr>
        <a:xfrm>
          <a:off x="977439" y="3247866"/>
          <a:ext cx="3272298" cy="712946"/>
        </a:xfrm>
        <a:prstGeom prst="roundRect">
          <a:avLst>
            <a:gd name="adj" fmla="val 10000"/>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l" defTabSz="666750" rtl="0">
            <a:lnSpc>
              <a:spcPct val="90000"/>
            </a:lnSpc>
            <a:spcBef>
              <a:spcPct val="0"/>
            </a:spcBef>
            <a:spcAft>
              <a:spcPct val="35000"/>
            </a:spcAft>
          </a:pPr>
          <a:r>
            <a:rPr lang="es-ES_tradnl" sz="1500" kern="1200" dirty="0" smtClean="0"/>
            <a:t>Colectivos y agentes involucrados</a:t>
          </a:r>
          <a:endParaRPr lang="es-ES" sz="1500" kern="1200" dirty="0"/>
        </a:p>
      </dsp:txBody>
      <dsp:txXfrm>
        <a:off x="998320" y="3268747"/>
        <a:ext cx="2522761" cy="671184"/>
      </dsp:txXfrm>
    </dsp:sp>
    <dsp:sp modelId="{152DB676-D7CC-4AAD-BEF8-5FA739471380}">
      <dsp:nvSpPr>
        <dsp:cNvPr id="0" name=""/>
        <dsp:cNvSpPr/>
      </dsp:nvSpPr>
      <dsp:spPr>
        <a:xfrm>
          <a:off x="2808883" y="520846"/>
          <a:ext cx="463415" cy="463415"/>
        </a:xfrm>
        <a:prstGeom prst="downArrow">
          <a:avLst>
            <a:gd name="adj1" fmla="val 55000"/>
            <a:gd name="adj2" fmla="val 45000"/>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endParaRPr lang="es-ES" sz="1600" kern="1200"/>
        </a:p>
      </dsp:txBody>
      <dsp:txXfrm>
        <a:off x="2913151" y="520846"/>
        <a:ext cx="254879" cy="348720"/>
      </dsp:txXfrm>
    </dsp:sp>
    <dsp:sp modelId="{36D74CCF-B2CE-4119-AB21-CC26E6FE97BB}">
      <dsp:nvSpPr>
        <dsp:cNvPr id="0" name=""/>
        <dsp:cNvSpPr/>
      </dsp:nvSpPr>
      <dsp:spPr>
        <a:xfrm>
          <a:off x="3053243" y="1332813"/>
          <a:ext cx="463415" cy="463415"/>
        </a:xfrm>
        <a:prstGeom prst="downArrow">
          <a:avLst>
            <a:gd name="adj1" fmla="val 55000"/>
            <a:gd name="adj2" fmla="val 45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endParaRPr lang="es-ES" sz="1600" kern="1200"/>
        </a:p>
      </dsp:txBody>
      <dsp:txXfrm>
        <a:off x="3157511" y="1332813"/>
        <a:ext cx="254879" cy="348720"/>
      </dsp:txXfrm>
    </dsp:sp>
    <dsp:sp modelId="{C74F31A2-5110-444D-8910-2EEA4813D677}">
      <dsp:nvSpPr>
        <dsp:cNvPr id="0" name=""/>
        <dsp:cNvSpPr/>
      </dsp:nvSpPr>
      <dsp:spPr>
        <a:xfrm>
          <a:off x="3297603" y="2132897"/>
          <a:ext cx="463415" cy="463415"/>
        </a:xfrm>
        <a:prstGeom prst="downArrow">
          <a:avLst>
            <a:gd name="adj1" fmla="val 55000"/>
            <a:gd name="adj2" fmla="val 45000"/>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endParaRPr lang="es-ES" sz="1600" kern="1200"/>
        </a:p>
      </dsp:txBody>
      <dsp:txXfrm>
        <a:off x="3401871" y="2132897"/>
        <a:ext cx="254879" cy="348720"/>
      </dsp:txXfrm>
    </dsp:sp>
    <dsp:sp modelId="{29BB8ADC-222E-4F57-A1CB-8526773CA99B}">
      <dsp:nvSpPr>
        <dsp:cNvPr id="0" name=""/>
        <dsp:cNvSpPr/>
      </dsp:nvSpPr>
      <dsp:spPr>
        <a:xfrm>
          <a:off x="3541962" y="2952786"/>
          <a:ext cx="463415" cy="463415"/>
        </a:xfrm>
        <a:prstGeom prst="downArrow">
          <a:avLst>
            <a:gd name="adj1" fmla="val 55000"/>
            <a:gd name="adj2" fmla="val 45000"/>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endParaRPr lang="es-ES" sz="1600" kern="1200"/>
        </a:p>
      </dsp:txBody>
      <dsp:txXfrm>
        <a:off x="3646230" y="2952786"/>
        <a:ext cx="254879" cy="3487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EB3A2-E476-48D2-806C-299804B5F398}">
      <dsp:nvSpPr>
        <dsp:cNvPr id="0" name=""/>
        <dsp:cNvSpPr/>
      </dsp:nvSpPr>
      <dsp:spPr>
        <a:xfrm>
          <a:off x="0" y="3436496"/>
          <a:ext cx="6193383" cy="451038"/>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rtl="0">
            <a:lnSpc>
              <a:spcPct val="90000"/>
            </a:lnSpc>
            <a:spcBef>
              <a:spcPct val="0"/>
            </a:spcBef>
            <a:spcAft>
              <a:spcPct val="35000"/>
            </a:spcAft>
          </a:pPr>
          <a:r>
            <a:rPr lang="es-ES_tradnl" sz="1200" b="1" kern="1200" dirty="0" smtClean="0">
              <a:latin typeface="+mn-lt"/>
            </a:rPr>
            <a:t>SITUACIÓN FINAL ESPERADA</a:t>
          </a:r>
          <a:endParaRPr lang="es-ES_tradnl" sz="1200" b="1" kern="1200" dirty="0">
            <a:latin typeface="+mn-lt"/>
          </a:endParaRPr>
        </a:p>
      </dsp:txBody>
      <dsp:txXfrm>
        <a:off x="0" y="3436496"/>
        <a:ext cx="6193383" cy="451038"/>
      </dsp:txXfrm>
    </dsp:sp>
    <dsp:sp modelId="{3BAA0B06-E591-4426-9A56-BC54A6E01A12}">
      <dsp:nvSpPr>
        <dsp:cNvPr id="0" name=""/>
        <dsp:cNvSpPr/>
      </dsp:nvSpPr>
      <dsp:spPr>
        <a:xfrm rot="10800000">
          <a:off x="0" y="2749565"/>
          <a:ext cx="6193383" cy="693696"/>
        </a:xfrm>
        <a:prstGeom prst="upArrowCallou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rtl="0">
            <a:lnSpc>
              <a:spcPct val="90000"/>
            </a:lnSpc>
            <a:spcBef>
              <a:spcPct val="0"/>
            </a:spcBef>
            <a:spcAft>
              <a:spcPct val="35000"/>
            </a:spcAft>
          </a:pPr>
          <a:r>
            <a:rPr lang="es-ES_tradnl" sz="1200" b="1" kern="1200" dirty="0" smtClean="0">
              <a:latin typeface="+mn-lt"/>
            </a:rPr>
            <a:t>Plan general y cronograma</a:t>
          </a:r>
          <a:endParaRPr lang="es-ES_tradnl" sz="1200" b="1" kern="1200" dirty="0">
            <a:latin typeface="+mn-lt"/>
          </a:endParaRPr>
        </a:p>
      </dsp:txBody>
      <dsp:txXfrm rot="10800000">
        <a:off x="0" y="2749565"/>
        <a:ext cx="6193383" cy="450743"/>
      </dsp:txXfrm>
    </dsp:sp>
    <dsp:sp modelId="{EBF77205-BC0E-4034-A7A8-C08B3DAD7B31}">
      <dsp:nvSpPr>
        <dsp:cNvPr id="0" name=""/>
        <dsp:cNvSpPr/>
      </dsp:nvSpPr>
      <dsp:spPr>
        <a:xfrm rot="10800000">
          <a:off x="0" y="2062634"/>
          <a:ext cx="6193383" cy="693696"/>
        </a:xfrm>
        <a:prstGeom prst="upArrowCallou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rtl="0">
            <a:lnSpc>
              <a:spcPct val="90000"/>
            </a:lnSpc>
            <a:spcBef>
              <a:spcPct val="0"/>
            </a:spcBef>
            <a:spcAft>
              <a:spcPct val="35000"/>
            </a:spcAft>
          </a:pPr>
          <a:r>
            <a:rPr lang="es-ES" sz="1200" b="1" kern="1200" dirty="0" smtClean="0">
              <a:latin typeface="+mn-lt"/>
            </a:rPr>
            <a:t>Plan de seguimiento y evaluación de las actuaciones</a:t>
          </a:r>
          <a:endParaRPr lang="es-ES" sz="1200" b="1" kern="1200" dirty="0">
            <a:latin typeface="+mn-lt"/>
          </a:endParaRPr>
        </a:p>
      </dsp:txBody>
      <dsp:txXfrm rot="-10800000">
        <a:off x="0" y="2062634"/>
        <a:ext cx="6193383" cy="243487"/>
      </dsp:txXfrm>
    </dsp:sp>
    <dsp:sp modelId="{54D0FB0B-4A9B-4D6D-A09A-D70D5EB92516}">
      <dsp:nvSpPr>
        <dsp:cNvPr id="0" name=""/>
        <dsp:cNvSpPr/>
      </dsp:nvSpPr>
      <dsp:spPr>
        <a:xfrm>
          <a:off x="0" y="2306121"/>
          <a:ext cx="3096691" cy="207415"/>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66725" rtl="0">
            <a:lnSpc>
              <a:spcPct val="90000"/>
            </a:lnSpc>
            <a:spcBef>
              <a:spcPct val="0"/>
            </a:spcBef>
            <a:spcAft>
              <a:spcPct val="35000"/>
            </a:spcAft>
          </a:pPr>
          <a:r>
            <a:rPr lang="es-ES_tradnl" sz="1050" b="0" kern="1200" dirty="0" smtClean="0">
              <a:latin typeface="+mn-lt"/>
            </a:rPr>
            <a:t>Hitos del proyecto y planes de contingencia</a:t>
          </a:r>
          <a:endParaRPr lang="es-ES_tradnl" sz="1050" b="0" kern="1200" dirty="0">
            <a:latin typeface="+mn-lt"/>
          </a:endParaRPr>
        </a:p>
      </dsp:txBody>
      <dsp:txXfrm>
        <a:off x="0" y="2306121"/>
        <a:ext cx="3096691" cy="207415"/>
      </dsp:txXfrm>
    </dsp:sp>
    <dsp:sp modelId="{7DDA7BE9-AF65-47E9-8D51-C4E6AFECA6BE}">
      <dsp:nvSpPr>
        <dsp:cNvPr id="0" name=""/>
        <dsp:cNvSpPr/>
      </dsp:nvSpPr>
      <dsp:spPr>
        <a:xfrm>
          <a:off x="3096691" y="2306121"/>
          <a:ext cx="3096691" cy="207415"/>
        </a:xfrm>
        <a:prstGeom prst="rect">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66725" rtl="0">
            <a:lnSpc>
              <a:spcPct val="90000"/>
            </a:lnSpc>
            <a:spcBef>
              <a:spcPct val="0"/>
            </a:spcBef>
            <a:spcAft>
              <a:spcPct val="35000"/>
            </a:spcAft>
          </a:pPr>
          <a:r>
            <a:rPr lang="es-ES_tradnl" sz="1050" b="0" kern="1200" dirty="0" smtClean="0">
              <a:latin typeface="+mn-lt"/>
            </a:rPr>
            <a:t>Sistema de indicadores</a:t>
          </a:r>
          <a:endParaRPr lang="es-ES_tradnl" sz="1050" b="0" kern="1200" dirty="0">
            <a:latin typeface="+mn-lt"/>
          </a:endParaRPr>
        </a:p>
      </dsp:txBody>
      <dsp:txXfrm>
        <a:off x="3096691" y="2306121"/>
        <a:ext cx="3096691" cy="207415"/>
      </dsp:txXfrm>
    </dsp:sp>
    <dsp:sp modelId="{9184764F-E52E-4038-8D69-5AD391D26375}">
      <dsp:nvSpPr>
        <dsp:cNvPr id="0" name=""/>
        <dsp:cNvSpPr/>
      </dsp:nvSpPr>
      <dsp:spPr>
        <a:xfrm rot="10800000">
          <a:off x="0" y="1375702"/>
          <a:ext cx="6193383" cy="693696"/>
        </a:xfrm>
        <a:prstGeom prst="upArrowCallou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es-ES_tradnl" sz="1200" b="1" kern="1200" dirty="0" smtClean="0">
              <a:latin typeface="+mn-lt"/>
            </a:rPr>
            <a:t>Actuaciones específicas (por colectivo, por objetivo, etc.)</a:t>
          </a:r>
          <a:endParaRPr lang="es-ES" sz="1200" b="1" kern="1200" dirty="0">
            <a:latin typeface="+mn-lt"/>
          </a:endParaRPr>
        </a:p>
      </dsp:txBody>
      <dsp:txXfrm rot="-10800000">
        <a:off x="0" y="1375702"/>
        <a:ext cx="6193383" cy="243487"/>
      </dsp:txXfrm>
    </dsp:sp>
    <dsp:sp modelId="{DDDF8437-B3BC-4119-9112-4AA0EBB10FA5}">
      <dsp:nvSpPr>
        <dsp:cNvPr id="0" name=""/>
        <dsp:cNvSpPr/>
      </dsp:nvSpPr>
      <dsp:spPr>
        <a:xfrm>
          <a:off x="3024" y="1619190"/>
          <a:ext cx="2062444" cy="207415"/>
        </a:xfrm>
        <a:prstGeom prst="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a:lnSpc>
              <a:spcPct val="90000"/>
            </a:lnSpc>
            <a:spcBef>
              <a:spcPct val="0"/>
            </a:spcBef>
            <a:spcAft>
              <a:spcPct val="35000"/>
            </a:spcAft>
          </a:pPr>
          <a:r>
            <a:rPr lang="es-ES" sz="1100" b="0" kern="1200" dirty="0" smtClean="0">
              <a:latin typeface="+mn-lt"/>
            </a:rPr>
            <a:t>Estrategias de intervención</a:t>
          </a:r>
          <a:endParaRPr lang="es-ES" sz="1100" b="0" kern="1200" dirty="0">
            <a:latin typeface="+mn-lt"/>
          </a:endParaRPr>
        </a:p>
      </dsp:txBody>
      <dsp:txXfrm>
        <a:off x="3024" y="1619190"/>
        <a:ext cx="2062444" cy="207415"/>
      </dsp:txXfrm>
    </dsp:sp>
    <dsp:sp modelId="{40C10E17-A15D-43B5-B05A-163F50ABF91F}">
      <dsp:nvSpPr>
        <dsp:cNvPr id="0" name=""/>
        <dsp:cNvSpPr/>
      </dsp:nvSpPr>
      <dsp:spPr>
        <a:xfrm>
          <a:off x="2065469" y="1619190"/>
          <a:ext cx="2062444" cy="207415"/>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a:lnSpc>
              <a:spcPct val="90000"/>
            </a:lnSpc>
            <a:spcBef>
              <a:spcPct val="0"/>
            </a:spcBef>
            <a:spcAft>
              <a:spcPct val="35000"/>
            </a:spcAft>
          </a:pPr>
          <a:r>
            <a:rPr lang="es-ES" sz="1100" b="0" kern="1200" dirty="0" smtClean="0">
              <a:latin typeface="+mn-lt"/>
            </a:rPr>
            <a:t>Colectivos / Recursos</a:t>
          </a:r>
          <a:endParaRPr lang="es-ES" sz="1100" b="0" kern="1200" dirty="0">
            <a:latin typeface="+mn-lt"/>
          </a:endParaRPr>
        </a:p>
      </dsp:txBody>
      <dsp:txXfrm>
        <a:off x="2065469" y="1619190"/>
        <a:ext cx="2062444" cy="207415"/>
      </dsp:txXfrm>
    </dsp:sp>
    <dsp:sp modelId="{9622D764-F7AC-45C6-A0C7-3DFFB024A09C}">
      <dsp:nvSpPr>
        <dsp:cNvPr id="0" name=""/>
        <dsp:cNvSpPr/>
      </dsp:nvSpPr>
      <dsp:spPr>
        <a:xfrm>
          <a:off x="4127913" y="1619190"/>
          <a:ext cx="2062444" cy="207415"/>
        </a:xfrm>
        <a:prstGeom prst="rect">
          <a:avLst/>
        </a:prstGeom>
        <a:solidFill>
          <a:schemeClr val="accent6">
            <a:tint val="40000"/>
            <a:alpha val="90000"/>
            <a:hueOff val="0"/>
            <a:satOff val="0"/>
            <a:lumOff val="0"/>
            <a:alphaOff val="0"/>
          </a:schemeClr>
        </a:solidFill>
        <a:ln w="1270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13970" rIns="78232" bIns="13970" numCol="1" spcCol="1270" anchor="ctr" anchorCtr="0">
          <a:noAutofit/>
        </a:bodyPr>
        <a:lstStyle/>
        <a:p>
          <a:pPr lvl="0" algn="ctr" defTabSz="488950">
            <a:lnSpc>
              <a:spcPct val="90000"/>
            </a:lnSpc>
            <a:spcBef>
              <a:spcPct val="0"/>
            </a:spcBef>
            <a:spcAft>
              <a:spcPct val="35000"/>
            </a:spcAft>
          </a:pPr>
          <a:r>
            <a:rPr lang="es-ES" sz="1100" b="0" kern="1200" dirty="0" smtClean="0">
              <a:latin typeface="+mn-lt"/>
            </a:rPr>
            <a:t>Logros esperados</a:t>
          </a:r>
          <a:endParaRPr lang="es-ES" sz="1100" b="0" kern="1200" dirty="0">
            <a:latin typeface="+mn-lt"/>
          </a:endParaRPr>
        </a:p>
      </dsp:txBody>
      <dsp:txXfrm>
        <a:off x="4127913" y="1619190"/>
        <a:ext cx="2062444" cy="207415"/>
      </dsp:txXfrm>
    </dsp:sp>
    <dsp:sp modelId="{06C6232C-871F-462D-B6E9-2C47FD9F2893}">
      <dsp:nvSpPr>
        <dsp:cNvPr id="0" name=""/>
        <dsp:cNvSpPr/>
      </dsp:nvSpPr>
      <dsp:spPr>
        <a:xfrm rot="10800000">
          <a:off x="0" y="688771"/>
          <a:ext cx="6193383" cy="693696"/>
        </a:xfrm>
        <a:prstGeom prst="upArrowCallou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es-ES_tradnl" sz="1200" b="1" kern="1200" dirty="0" smtClean="0">
              <a:latin typeface="+mn-lt"/>
            </a:rPr>
            <a:t>OBJETIVOS Y METAS QUE SE PERSIGUEN</a:t>
          </a:r>
          <a:endParaRPr lang="es-ES" sz="1200" b="1" kern="1200" dirty="0">
            <a:latin typeface="+mn-lt"/>
          </a:endParaRPr>
        </a:p>
      </dsp:txBody>
      <dsp:txXfrm rot="10800000">
        <a:off x="0" y="688771"/>
        <a:ext cx="6193383" cy="450743"/>
      </dsp:txXfrm>
    </dsp:sp>
    <dsp:sp modelId="{9140F5B5-33DE-4F47-AC27-086E2FCC9B05}">
      <dsp:nvSpPr>
        <dsp:cNvPr id="0" name=""/>
        <dsp:cNvSpPr/>
      </dsp:nvSpPr>
      <dsp:spPr>
        <a:xfrm rot="10800000">
          <a:off x="0" y="1839"/>
          <a:ext cx="6193383" cy="693696"/>
        </a:xfrm>
        <a:prstGeom prst="upArrowCallou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es-ES" sz="1200" b="1" kern="1200" dirty="0" smtClean="0">
              <a:latin typeface="+mn-lt"/>
            </a:rPr>
            <a:t>DEFINICIÓN / DESCRIPCIÓN DEL PROBLEMA</a:t>
          </a:r>
          <a:endParaRPr lang="es-ES" sz="1200" b="1" kern="1200" dirty="0">
            <a:latin typeface="+mn-lt"/>
          </a:endParaRPr>
        </a:p>
      </dsp:txBody>
      <dsp:txXfrm rot="10800000">
        <a:off x="0" y="1839"/>
        <a:ext cx="6193383" cy="45074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ACF549-CAE3-49C8-8A92-06F186AFE4FA}">
      <dsp:nvSpPr>
        <dsp:cNvPr id="0" name=""/>
        <dsp:cNvSpPr/>
      </dsp:nvSpPr>
      <dsp:spPr>
        <a:xfrm>
          <a:off x="919" y="242150"/>
          <a:ext cx="1889025" cy="755610"/>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11430" rIns="0" bIns="11430" numCol="1" spcCol="1270" anchor="ctr" anchorCtr="0">
          <a:noAutofit/>
        </a:bodyPr>
        <a:lstStyle/>
        <a:p>
          <a:pPr lvl="0" algn="ctr" defTabSz="800100">
            <a:lnSpc>
              <a:spcPct val="90000"/>
            </a:lnSpc>
            <a:spcBef>
              <a:spcPct val="0"/>
            </a:spcBef>
            <a:spcAft>
              <a:spcPct val="35000"/>
            </a:spcAft>
          </a:pPr>
          <a:r>
            <a:rPr lang="es-ES" sz="1800" kern="1200" dirty="0" smtClean="0"/>
            <a:t>Problema a abordar</a:t>
          </a:r>
          <a:endParaRPr lang="es-ES" sz="1800" kern="1200" dirty="0"/>
        </a:p>
      </dsp:txBody>
      <dsp:txXfrm>
        <a:off x="378724" y="242150"/>
        <a:ext cx="1133415" cy="755610"/>
      </dsp:txXfrm>
    </dsp:sp>
    <dsp:sp modelId="{C98A959F-355C-4A4E-B13B-E5B067A5C237}">
      <dsp:nvSpPr>
        <dsp:cNvPr id="0" name=""/>
        <dsp:cNvSpPr/>
      </dsp:nvSpPr>
      <dsp:spPr>
        <a:xfrm>
          <a:off x="1644372" y="306377"/>
          <a:ext cx="1567891" cy="627156"/>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lvl="0" algn="ctr" defTabSz="311150">
            <a:lnSpc>
              <a:spcPct val="90000"/>
            </a:lnSpc>
            <a:spcBef>
              <a:spcPct val="0"/>
            </a:spcBef>
            <a:spcAft>
              <a:spcPct val="35000"/>
            </a:spcAft>
          </a:pPr>
          <a:r>
            <a:rPr lang="es-ES" sz="700" kern="1200" dirty="0" smtClean="0"/>
            <a:t>Objetivos del Proyecto</a:t>
          </a:r>
          <a:endParaRPr lang="es-ES" sz="700" kern="1200" dirty="0"/>
        </a:p>
      </dsp:txBody>
      <dsp:txXfrm>
        <a:off x="1957950" y="306377"/>
        <a:ext cx="940735" cy="627156"/>
      </dsp:txXfrm>
    </dsp:sp>
    <dsp:sp modelId="{9A98E18F-192D-46D0-9AFE-12E98D4FE211}">
      <dsp:nvSpPr>
        <dsp:cNvPr id="0" name=""/>
        <dsp:cNvSpPr/>
      </dsp:nvSpPr>
      <dsp:spPr>
        <a:xfrm>
          <a:off x="2992758" y="306377"/>
          <a:ext cx="1567891" cy="627156"/>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lvl="0" algn="ctr" defTabSz="311150">
            <a:lnSpc>
              <a:spcPct val="90000"/>
            </a:lnSpc>
            <a:spcBef>
              <a:spcPct val="0"/>
            </a:spcBef>
            <a:spcAft>
              <a:spcPct val="35000"/>
            </a:spcAft>
          </a:pPr>
          <a:r>
            <a:rPr lang="es-ES" sz="700" kern="1200" dirty="0" smtClean="0"/>
            <a:t>Acciones que permitirán alcanzar cada objetivo</a:t>
          </a:r>
          <a:endParaRPr lang="es-ES" sz="700" kern="1200" dirty="0"/>
        </a:p>
      </dsp:txBody>
      <dsp:txXfrm>
        <a:off x="3306336" y="306377"/>
        <a:ext cx="940735" cy="627156"/>
      </dsp:txXfrm>
    </dsp:sp>
    <dsp:sp modelId="{1A33448B-E381-4FEB-B1B5-983805C37417}">
      <dsp:nvSpPr>
        <dsp:cNvPr id="0" name=""/>
        <dsp:cNvSpPr/>
      </dsp:nvSpPr>
      <dsp:spPr>
        <a:xfrm>
          <a:off x="4341145" y="306377"/>
          <a:ext cx="1567891" cy="627156"/>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lvl="0" algn="ctr" defTabSz="311150">
            <a:lnSpc>
              <a:spcPct val="90000"/>
            </a:lnSpc>
            <a:spcBef>
              <a:spcPct val="0"/>
            </a:spcBef>
            <a:spcAft>
              <a:spcPct val="35000"/>
            </a:spcAft>
          </a:pPr>
          <a:r>
            <a:rPr lang="es-ES" sz="700" kern="1200" dirty="0" smtClean="0"/>
            <a:t>Logro esperado de cada acción</a:t>
          </a:r>
          <a:endParaRPr lang="es-ES" sz="700" kern="1200" dirty="0"/>
        </a:p>
      </dsp:txBody>
      <dsp:txXfrm>
        <a:off x="4654723" y="306377"/>
        <a:ext cx="940735" cy="627156"/>
      </dsp:txXfrm>
    </dsp:sp>
    <dsp:sp modelId="{8972810D-332F-4412-9321-2B23F2715F29}">
      <dsp:nvSpPr>
        <dsp:cNvPr id="0" name=""/>
        <dsp:cNvSpPr/>
      </dsp:nvSpPr>
      <dsp:spPr>
        <a:xfrm>
          <a:off x="5689532" y="306377"/>
          <a:ext cx="1567891" cy="627156"/>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lvl="0" algn="ctr" defTabSz="311150">
            <a:lnSpc>
              <a:spcPct val="90000"/>
            </a:lnSpc>
            <a:spcBef>
              <a:spcPct val="0"/>
            </a:spcBef>
            <a:spcAft>
              <a:spcPct val="35000"/>
            </a:spcAft>
          </a:pPr>
          <a:r>
            <a:rPr lang="es-ES" sz="700" kern="1200" dirty="0" smtClean="0"/>
            <a:t>Tareas especificas a desarrollar en cada acción</a:t>
          </a:r>
          <a:endParaRPr lang="es-ES" sz="700" kern="1200" dirty="0"/>
        </a:p>
      </dsp:txBody>
      <dsp:txXfrm>
        <a:off x="6003110" y="306377"/>
        <a:ext cx="940735" cy="627156"/>
      </dsp:txXfrm>
    </dsp:sp>
    <dsp:sp modelId="{35D9C3CC-6BD5-4081-9E55-9A7096E67704}">
      <dsp:nvSpPr>
        <dsp:cNvPr id="0" name=""/>
        <dsp:cNvSpPr/>
      </dsp:nvSpPr>
      <dsp:spPr>
        <a:xfrm>
          <a:off x="7037918" y="306377"/>
          <a:ext cx="1567891" cy="627156"/>
        </a:xfrm>
        <a:prstGeom prst="chevron">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890" tIns="4445" rIns="0" bIns="4445" numCol="1" spcCol="1270" anchor="ctr" anchorCtr="0">
          <a:noAutofit/>
        </a:bodyPr>
        <a:lstStyle/>
        <a:p>
          <a:pPr lvl="0" algn="ctr" defTabSz="311150">
            <a:lnSpc>
              <a:spcPct val="90000"/>
            </a:lnSpc>
            <a:spcBef>
              <a:spcPct val="0"/>
            </a:spcBef>
            <a:spcAft>
              <a:spcPct val="35000"/>
            </a:spcAft>
          </a:pPr>
          <a:r>
            <a:rPr lang="es-ES" sz="700" kern="1200" dirty="0" smtClean="0"/>
            <a:t>Colectivos involucrados y Recursos necesarios para cada acción y tarea</a:t>
          </a:r>
          <a:endParaRPr lang="es-ES" sz="700" kern="1200" dirty="0"/>
        </a:p>
      </dsp:txBody>
      <dsp:txXfrm>
        <a:off x="7351496" y="306377"/>
        <a:ext cx="940735" cy="62715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6AD2E-92EC-43BD-9F50-3044ABF529A2}">
      <dsp:nvSpPr>
        <dsp:cNvPr id="0" name=""/>
        <dsp:cNvSpPr/>
      </dsp:nvSpPr>
      <dsp:spPr>
        <a:xfrm>
          <a:off x="6231030" y="1791673"/>
          <a:ext cx="401552" cy="1693948"/>
        </a:xfrm>
        <a:custGeom>
          <a:avLst/>
          <a:gdLst/>
          <a:ahLst/>
          <a:cxnLst/>
          <a:rect l="0" t="0" r="0" b="0"/>
          <a:pathLst>
            <a:path>
              <a:moveTo>
                <a:pt x="0" y="0"/>
              </a:moveTo>
              <a:lnTo>
                <a:pt x="0" y="1693948"/>
              </a:lnTo>
              <a:lnTo>
                <a:pt x="401552" y="169394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B17FBF-1208-4676-BAB4-71279C477C1C}">
      <dsp:nvSpPr>
        <dsp:cNvPr id="0" name=""/>
        <dsp:cNvSpPr/>
      </dsp:nvSpPr>
      <dsp:spPr>
        <a:xfrm>
          <a:off x="6231030" y="1791673"/>
          <a:ext cx="401552" cy="665996"/>
        </a:xfrm>
        <a:custGeom>
          <a:avLst/>
          <a:gdLst/>
          <a:ahLst/>
          <a:cxnLst/>
          <a:rect l="0" t="0" r="0" b="0"/>
          <a:pathLst>
            <a:path>
              <a:moveTo>
                <a:pt x="0" y="0"/>
              </a:moveTo>
              <a:lnTo>
                <a:pt x="0" y="665996"/>
              </a:lnTo>
              <a:lnTo>
                <a:pt x="401552" y="6659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7D17AF-D7D6-42FC-BF67-78631B7E2213}">
      <dsp:nvSpPr>
        <dsp:cNvPr id="0" name=""/>
        <dsp:cNvSpPr/>
      </dsp:nvSpPr>
      <dsp:spPr>
        <a:xfrm>
          <a:off x="4320778" y="763722"/>
          <a:ext cx="2981059" cy="304042"/>
        </a:xfrm>
        <a:custGeom>
          <a:avLst/>
          <a:gdLst/>
          <a:ahLst/>
          <a:cxnLst/>
          <a:rect l="0" t="0" r="0" b="0"/>
          <a:pathLst>
            <a:path>
              <a:moveTo>
                <a:pt x="0" y="0"/>
              </a:moveTo>
              <a:lnTo>
                <a:pt x="0" y="152021"/>
              </a:lnTo>
              <a:lnTo>
                <a:pt x="2981059" y="152021"/>
              </a:lnTo>
              <a:lnTo>
                <a:pt x="2981059" y="30404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AF699A-143C-4105-A626-DCD02FAF2ABF}">
      <dsp:nvSpPr>
        <dsp:cNvPr id="0" name=""/>
        <dsp:cNvSpPr/>
      </dsp:nvSpPr>
      <dsp:spPr>
        <a:xfrm>
          <a:off x="3249970" y="1791673"/>
          <a:ext cx="401552" cy="1693948"/>
        </a:xfrm>
        <a:custGeom>
          <a:avLst/>
          <a:gdLst/>
          <a:ahLst/>
          <a:cxnLst/>
          <a:rect l="0" t="0" r="0" b="0"/>
          <a:pathLst>
            <a:path>
              <a:moveTo>
                <a:pt x="0" y="0"/>
              </a:moveTo>
              <a:lnTo>
                <a:pt x="0" y="1693948"/>
              </a:lnTo>
              <a:lnTo>
                <a:pt x="401552" y="169394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CF46BB-9AC6-4392-A5A5-DA6766DB548D}">
      <dsp:nvSpPr>
        <dsp:cNvPr id="0" name=""/>
        <dsp:cNvSpPr/>
      </dsp:nvSpPr>
      <dsp:spPr>
        <a:xfrm>
          <a:off x="3249970" y="1791673"/>
          <a:ext cx="401552" cy="665996"/>
        </a:xfrm>
        <a:custGeom>
          <a:avLst/>
          <a:gdLst/>
          <a:ahLst/>
          <a:cxnLst/>
          <a:rect l="0" t="0" r="0" b="0"/>
          <a:pathLst>
            <a:path>
              <a:moveTo>
                <a:pt x="0" y="0"/>
              </a:moveTo>
              <a:lnTo>
                <a:pt x="0" y="665996"/>
              </a:lnTo>
              <a:lnTo>
                <a:pt x="401552" y="6659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D8E4EB-7D0F-4549-8F63-6FED5450D6B3}">
      <dsp:nvSpPr>
        <dsp:cNvPr id="0" name=""/>
        <dsp:cNvSpPr/>
      </dsp:nvSpPr>
      <dsp:spPr>
        <a:xfrm>
          <a:off x="4275058" y="763722"/>
          <a:ext cx="91440" cy="304042"/>
        </a:xfrm>
        <a:custGeom>
          <a:avLst/>
          <a:gdLst/>
          <a:ahLst/>
          <a:cxnLst/>
          <a:rect l="0" t="0" r="0" b="0"/>
          <a:pathLst>
            <a:path>
              <a:moveTo>
                <a:pt x="45720" y="0"/>
              </a:moveTo>
              <a:lnTo>
                <a:pt x="45720" y="30404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395731-FC67-4DCF-B085-7DEFCB4F2049}">
      <dsp:nvSpPr>
        <dsp:cNvPr id="0" name=""/>
        <dsp:cNvSpPr/>
      </dsp:nvSpPr>
      <dsp:spPr>
        <a:xfrm>
          <a:off x="268910" y="1791673"/>
          <a:ext cx="401552" cy="665996"/>
        </a:xfrm>
        <a:custGeom>
          <a:avLst/>
          <a:gdLst/>
          <a:ahLst/>
          <a:cxnLst/>
          <a:rect l="0" t="0" r="0" b="0"/>
          <a:pathLst>
            <a:path>
              <a:moveTo>
                <a:pt x="0" y="0"/>
              </a:moveTo>
              <a:lnTo>
                <a:pt x="0" y="665996"/>
              </a:lnTo>
              <a:lnTo>
                <a:pt x="401552" y="6659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AAD74AD-0894-42E3-8A24-85020E5B8D88}">
      <dsp:nvSpPr>
        <dsp:cNvPr id="0" name=""/>
        <dsp:cNvSpPr/>
      </dsp:nvSpPr>
      <dsp:spPr>
        <a:xfrm>
          <a:off x="1339718" y="763722"/>
          <a:ext cx="2981059" cy="304042"/>
        </a:xfrm>
        <a:custGeom>
          <a:avLst/>
          <a:gdLst/>
          <a:ahLst/>
          <a:cxnLst/>
          <a:rect l="0" t="0" r="0" b="0"/>
          <a:pathLst>
            <a:path>
              <a:moveTo>
                <a:pt x="2981059" y="0"/>
              </a:moveTo>
              <a:lnTo>
                <a:pt x="2981059" y="152021"/>
              </a:lnTo>
              <a:lnTo>
                <a:pt x="0" y="152021"/>
              </a:lnTo>
              <a:lnTo>
                <a:pt x="0" y="30404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520804-3251-4599-9E95-7A53F6F3C2C1}">
      <dsp:nvSpPr>
        <dsp:cNvPr id="0" name=""/>
        <dsp:cNvSpPr/>
      </dsp:nvSpPr>
      <dsp:spPr>
        <a:xfrm>
          <a:off x="1656479" y="39812"/>
          <a:ext cx="5328597" cy="72390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s-ES" sz="1800" kern="1200" dirty="0" smtClean="0"/>
            <a:t>Proyecto de mejora de la comunicación intercultural en la UCM</a:t>
          </a:r>
          <a:endParaRPr lang="es-ES" sz="1800" kern="1200" dirty="0"/>
        </a:p>
      </dsp:txBody>
      <dsp:txXfrm>
        <a:off x="1656479" y="39812"/>
        <a:ext cx="5328597" cy="723909"/>
      </dsp:txXfrm>
    </dsp:sp>
    <dsp:sp modelId="{9D43E297-DF9E-4250-897E-6A93A25E6FAC}">
      <dsp:nvSpPr>
        <dsp:cNvPr id="0" name=""/>
        <dsp:cNvSpPr/>
      </dsp:nvSpPr>
      <dsp:spPr>
        <a:xfrm>
          <a:off x="1209" y="1067764"/>
          <a:ext cx="2677017" cy="72390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s-ES" sz="1200" kern="1200" dirty="0" smtClean="0"/>
            <a:t>Programa de </a:t>
          </a:r>
          <a:r>
            <a:rPr lang="es-ES" sz="1200" kern="1200" dirty="0" err="1" smtClean="0"/>
            <a:t>mentoring</a:t>
          </a:r>
          <a:r>
            <a:rPr lang="es-ES" sz="1200" kern="1200" dirty="0" smtClean="0"/>
            <a:t>, con alumnos voluntarios.</a:t>
          </a:r>
          <a:endParaRPr lang="es-ES" sz="1200" kern="1200" dirty="0"/>
        </a:p>
      </dsp:txBody>
      <dsp:txXfrm>
        <a:off x="1209" y="1067764"/>
        <a:ext cx="2677017" cy="723909"/>
      </dsp:txXfrm>
    </dsp:sp>
    <dsp:sp modelId="{5F6C78CD-C554-44E5-B42A-D0002E3425D6}">
      <dsp:nvSpPr>
        <dsp:cNvPr id="0" name=""/>
        <dsp:cNvSpPr/>
      </dsp:nvSpPr>
      <dsp:spPr>
        <a:xfrm>
          <a:off x="670463" y="2095716"/>
          <a:ext cx="193734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Intercambio cultural y lingüístico en </a:t>
          </a:r>
          <a:r>
            <a:rPr lang="es-ES" sz="900" kern="1200" dirty="0" err="1" smtClean="0"/>
            <a:t>duos</a:t>
          </a:r>
          <a:r>
            <a:rPr lang="es-ES" sz="900" kern="1200" dirty="0" smtClean="0"/>
            <a:t> o grupos pequeños</a:t>
          </a:r>
          <a:endParaRPr lang="es-ES" sz="900" kern="1200" dirty="0"/>
        </a:p>
      </dsp:txBody>
      <dsp:txXfrm>
        <a:off x="670463" y="2095716"/>
        <a:ext cx="1937341" cy="723909"/>
      </dsp:txXfrm>
    </dsp:sp>
    <dsp:sp modelId="{808432FC-A38E-4738-A6AA-A8B559A6C594}">
      <dsp:nvSpPr>
        <dsp:cNvPr id="0" name=""/>
        <dsp:cNvSpPr/>
      </dsp:nvSpPr>
      <dsp:spPr>
        <a:xfrm>
          <a:off x="2982269" y="1067764"/>
          <a:ext cx="2677017" cy="72390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s-ES" sz="1200" kern="1200" dirty="0" smtClean="0"/>
            <a:t>Fiestas y eventos interculturales</a:t>
          </a:r>
          <a:endParaRPr lang="es-ES" sz="1200" kern="1200" dirty="0"/>
        </a:p>
      </dsp:txBody>
      <dsp:txXfrm>
        <a:off x="2982269" y="1067764"/>
        <a:ext cx="2677017" cy="723909"/>
      </dsp:txXfrm>
    </dsp:sp>
    <dsp:sp modelId="{85E41ED6-0859-4DCA-952C-D1EB1AAD8CA9}">
      <dsp:nvSpPr>
        <dsp:cNvPr id="0" name=""/>
        <dsp:cNvSpPr/>
      </dsp:nvSpPr>
      <dsp:spPr>
        <a:xfrm>
          <a:off x="3651523" y="2095716"/>
          <a:ext cx="193734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Por nacionalidades / culturas, los alumnos explican sus diferencias culturales, bajo el eje común de la comida y costumbres</a:t>
          </a:r>
          <a:endParaRPr lang="es-ES" sz="900" kern="1200" dirty="0"/>
        </a:p>
      </dsp:txBody>
      <dsp:txXfrm>
        <a:off x="3651523" y="2095716"/>
        <a:ext cx="1937341" cy="723909"/>
      </dsp:txXfrm>
    </dsp:sp>
    <dsp:sp modelId="{6D96E52B-E383-432F-AA0E-225DDDB59626}">
      <dsp:nvSpPr>
        <dsp:cNvPr id="0" name=""/>
        <dsp:cNvSpPr/>
      </dsp:nvSpPr>
      <dsp:spPr>
        <a:xfrm>
          <a:off x="3651523" y="3123667"/>
          <a:ext cx="192777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Concursos tipo trivial de conocimiento intercultural (que se puede vincular al programa de </a:t>
          </a:r>
          <a:r>
            <a:rPr lang="es-ES" sz="900" kern="1200" dirty="0" err="1" smtClean="0"/>
            <a:t>mentoring</a:t>
          </a:r>
          <a:r>
            <a:rPr lang="es-ES" sz="900" kern="1200" dirty="0" smtClean="0"/>
            <a:t>)</a:t>
          </a:r>
          <a:endParaRPr lang="es-ES" sz="900" kern="1200" dirty="0"/>
        </a:p>
      </dsp:txBody>
      <dsp:txXfrm>
        <a:off x="3651523" y="3123667"/>
        <a:ext cx="1927771" cy="723909"/>
      </dsp:txXfrm>
    </dsp:sp>
    <dsp:sp modelId="{412FC457-9B4D-4A13-A03A-9B70E3BDDD0C}">
      <dsp:nvSpPr>
        <dsp:cNvPr id="0" name=""/>
        <dsp:cNvSpPr/>
      </dsp:nvSpPr>
      <dsp:spPr>
        <a:xfrm>
          <a:off x="5963328" y="1067764"/>
          <a:ext cx="2677017" cy="72390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s-ES" sz="1200" kern="1200" dirty="0" smtClean="0"/>
            <a:t>Guía de buenas prácticas</a:t>
          </a:r>
          <a:endParaRPr lang="es-ES" sz="1200" kern="1200" dirty="0"/>
        </a:p>
      </dsp:txBody>
      <dsp:txXfrm>
        <a:off x="5963328" y="1067764"/>
        <a:ext cx="2677017" cy="723909"/>
      </dsp:txXfrm>
    </dsp:sp>
    <dsp:sp modelId="{9D91FC49-EF0D-4678-A44B-0355C79D1D83}">
      <dsp:nvSpPr>
        <dsp:cNvPr id="0" name=""/>
        <dsp:cNvSpPr/>
      </dsp:nvSpPr>
      <dsp:spPr>
        <a:xfrm>
          <a:off x="6632583" y="2095716"/>
          <a:ext cx="193734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Guía con recomendaciones para todos los colectivos involucrados (profesores, alumnos españoles y extranjeros, otro personal…)</a:t>
          </a:r>
        </a:p>
      </dsp:txBody>
      <dsp:txXfrm>
        <a:off x="6632583" y="2095716"/>
        <a:ext cx="1937341" cy="723909"/>
      </dsp:txXfrm>
    </dsp:sp>
    <dsp:sp modelId="{CB017756-1B4A-4878-AF2E-633DC5C07473}">
      <dsp:nvSpPr>
        <dsp:cNvPr id="0" name=""/>
        <dsp:cNvSpPr/>
      </dsp:nvSpPr>
      <dsp:spPr>
        <a:xfrm>
          <a:off x="6632583" y="3123667"/>
          <a:ext cx="192777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Acciones de sensibilización de la comunidad universitaria</a:t>
          </a:r>
          <a:endParaRPr lang="es-ES" sz="900" kern="1200" dirty="0"/>
        </a:p>
      </dsp:txBody>
      <dsp:txXfrm>
        <a:off x="6632583" y="3123667"/>
        <a:ext cx="1927771" cy="72390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6AD2E-92EC-43BD-9F50-3044ABF529A2}">
      <dsp:nvSpPr>
        <dsp:cNvPr id="0" name=""/>
        <dsp:cNvSpPr/>
      </dsp:nvSpPr>
      <dsp:spPr>
        <a:xfrm>
          <a:off x="6231030" y="1791673"/>
          <a:ext cx="401552" cy="1693948"/>
        </a:xfrm>
        <a:custGeom>
          <a:avLst/>
          <a:gdLst/>
          <a:ahLst/>
          <a:cxnLst/>
          <a:rect l="0" t="0" r="0" b="0"/>
          <a:pathLst>
            <a:path>
              <a:moveTo>
                <a:pt x="0" y="0"/>
              </a:moveTo>
              <a:lnTo>
                <a:pt x="0" y="1693948"/>
              </a:lnTo>
              <a:lnTo>
                <a:pt x="401552" y="169394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B17FBF-1208-4676-BAB4-71279C477C1C}">
      <dsp:nvSpPr>
        <dsp:cNvPr id="0" name=""/>
        <dsp:cNvSpPr/>
      </dsp:nvSpPr>
      <dsp:spPr>
        <a:xfrm>
          <a:off x="6231030" y="1791673"/>
          <a:ext cx="401552" cy="665996"/>
        </a:xfrm>
        <a:custGeom>
          <a:avLst/>
          <a:gdLst/>
          <a:ahLst/>
          <a:cxnLst/>
          <a:rect l="0" t="0" r="0" b="0"/>
          <a:pathLst>
            <a:path>
              <a:moveTo>
                <a:pt x="0" y="0"/>
              </a:moveTo>
              <a:lnTo>
                <a:pt x="0" y="665996"/>
              </a:lnTo>
              <a:lnTo>
                <a:pt x="401552" y="6659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7D17AF-D7D6-42FC-BF67-78631B7E2213}">
      <dsp:nvSpPr>
        <dsp:cNvPr id="0" name=""/>
        <dsp:cNvSpPr/>
      </dsp:nvSpPr>
      <dsp:spPr>
        <a:xfrm>
          <a:off x="4320778" y="763722"/>
          <a:ext cx="2981059" cy="304042"/>
        </a:xfrm>
        <a:custGeom>
          <a:avLst/>
          <a:gdLst/>
          <a:ahLst/>
          <a:cxnLst/>
          <a:rect l="0" t="0" r="0" b="0"/>
          <a:pathLst>
            <a:path>
              <a:moveTo>
                <a:pt x="0" y="0"/>
              </a:moveTo>
              <a:lnTo>
                <a:pt x="0" y="152021"/>
              </a:lnTo>
              <a:lnTo>
                <a:pt x="2981059" y="152021"/>
              </a:lnTo>
              <a:lnTo>
                <a:pt x="2981059" y="30404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AF699A-143C-4105-A626-DCD02FAF2ABF}">
      <dsp:nvSpPr>
        <dsp:cNvPr id="0" name=""/>
        <dsp:cNvSpPr/>
      </dsp:nvSpPr>
      <dsp:spPr>
        <a:xfrm>
          <a:off x="3249970" y="1791673"/>
          <a:ext cx="401552" cy="1693948"/>
        </a:xfrm>
        <a:custGeom>
          <a:avLst/>
          <a:gdLst/>
          <a:ahLst/>
          <a:cxnLst/>
          <a:rect l="0" t="0" r="0" b="0"/>
          <a:pathLst>
            <a:path>
              <a:moveTo>
                <a:pt x="0" y="0"/>
              </a:moveTo>
              <a:lnTo>
                <a:pt x="0" y="1693948"/>
              </a:lnTo>
              <a:lnTo>
                <a:pt x="401552" y="169394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CF46BB-9AC6-4392-A5A5-DA6766DB548D}">
      <dsp:nvSpPr>
        <dsp:cNvPr id="0" name=""/>
        <dsp:cNvSpPr/>
      </dsp:nvSpPr>
      <dsp:spPr>
        <a:xfrm>
          <a:off x="3249970" y="1791673"/>
          <a:ext cx="401552" cy="665996"/>
        </a:xfrm>
        <a:custGeom>
          <a:avLst/>
          <a:gdLst/>
          <a:ahLst/>
          <a:cxnLst/>
          <a:rect l="0" t="0" r="0" b="0"/>
          <a:pathLst>
            <a:path>
              <a:moveTo>
                <a:pt x="0" y="0"/>
              </a:moveTo>
              <a:lnTo>
                <a:pt x="0" y="665996"/>
              </a:lnTo>
              <a:lnTo>
                <a:pt x="401552" y="6659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D8E4EB-7D0F-4549-8F63-6FED5450D6B3}">
      <dsp:nvSpPr>
        <dsp:cNvPr id="0" name=""/>
        <dsp:cNvSpPr/>
      </dsp:nvSpPr>
      <dsp:spPr>
        <a:xfrm>
          <a:off x="4275058" y="763722"/>
          <a:ext cx="91440" cy="304042"/>
        </a:xfrm>
        <a:custGeom>
          <a:avLst/>
          <a:gdLst/>
          <a:ahLst/>
          <a:cxnLst/>
          <a:rect l="0" t="0" r="0" b="0"/>
          <a:pathLst>
            <a:path>
              <a:moveTo>
                <a:pt x="45720" y="0"/>
              </a:moveTo>
              <a:lnTo>
                <a:pt x="45720" y="30404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395731-FC67-4DCF-B085-7DEFCB4F2049}">
      <dsp:nvSpPr>
        <dsp:cNvPr id="0" name=""/>
        <dsp:cNvSpPr/>
      </dsp:nvSpPr>
      <dsp:spPr>
        <a:xfrm>
          <a:off x="268910" y="1791673"/>
          <a:ext cx="401552" cy="665996"/>
        </a:xfrm>
        <a:custGeom>
          <a:avLst/>
          <a:gdLst/>
          <a:ahLst/>
          <a:cxnLst/>
          <a:rect l="0" t="0" r="0" b="0"/>
          <a:pathLst>
            <a:path>
              <a:moveTo>
                <a:pt x="0" y="0"/>
              </a:moveTo>
              <a:lnTo>
                <a:pt x="0" y="665996"/>
              </a:lnTo>
              <a:lnTo>
                <a:pt x="401552" y="6659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AAD74AD-0894-42E3-8A24-85020E5B8D88}">
      <dsp:nvSpPr>
        <dsp:cNvPr id="0" name=""/>
        <dsp:cNvSpPr/>
      </dsp:nvSpPr>
      <dsp:spPr>
        <a:xfrm>
          <a:off x="1339718" y="763722"/>
          <a:ext cx="2981059" cy="304042"/>
        </a:xfrm>
        <a:custGeom>
          <a:avLst/>
          <a:gdLst/>
          <a:ahLst/>
          <a:cxnLst/>
          <a:rect l="0" t="0" r="0" b="0"/>
          <a:pathLst>
            <a:path>
              <a:moveTo>
                <a:pt x="2981059" y="0"/>
              </a:moveTo>
              <a:lnTo>
                <a:pt x="2981059" y="152021"/>
              </a:lnTo>
              <a:lnTo>
                <a:pt x="0" y="152021"/>
              </a:lnTo>
              <a:lnTo>
                <a:pt x="0" y="30404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520804-3251-4599-9E95-7A53F6F3C2C1}">
      <dsp:nvSpPr>
        <dsp:cNvPr id="0" name=""/>
        <dsp:cNvSpPr/>
      </dsp:nvSpPr>
      <dsp:spPr>
        <a:xfrm>
          <a:off x="1656479" y="39812"/>
          <a:ext cx="5328597" cy="72390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s-ES" sz="1800" kern="1200" dirty="0" smtClean="0"/>
            <a:t>Proyecto de mejora de la comunicación intercultural en la UCM</a:t>
          </a:r>
          <a:endParaRPr lang="es-ES" sz="1800" kern="1200" dirty="0"/>
        </a:p>
      </dsp:txBody>
      <dsp:txXfrm>
        <a:off x="1656479" y="39812"/>
        <a:ext cx="5328597" cy="723909"/>
      </dsp:txXfrm>
    </dsp:sp>
    <dsp:sp modelId="{9D43E297-DF9E-4250-897E-6A93A25E6FAC}">
      <dsp:nvSpPr>
        <dsp:cNvPr id="0" name=""/>
        <dsp:cNvSpPr/>
      </dsp:nvSpPr>
      <dsp:spPr>
        <a:xfrm>
          <a:off x="1209" y="1067764"/>
          <a:ext cx="2677017" cy="72390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s-ES" sz="1200" kern="1200" dirty="0" smtClean="0"/>
            <a:t>Programa de </a:t>
          </a:r>
          <a:r>
            <a:rPr lang="es-ES" sz="1200" kern="1200" dirty="0" err="1" smtClean="0"/>
            <a:t>mentoring</a:t>
          </a:r>
          <a:r>
            <a:rPr lang="es-ES" sz="1200" kern="1200" dirty="0" smtClean="0"/>
            <a:t>, con alumnos voluntarios.</a:t>
          </a:r>
          <a:endParaRPr lang="es-ES" sz="1200" kern="1200" dirty="0"/>
        </a:p>
      </dsp:txBody>
      <dsp:txXfrm>
        <a:off x="1209" y="1067764"/>
        <a:ext cx="2677017" cy="723909"/>
      </dsp:txXfrm>
    </dsp:sp>
    <dsp:sp modelId="{5F6C78CD-C554-44E5-B42A-D0002E3425D6}">
      <dsp:nvSpPr>
        <dsp:cNvPr id="0" name=""/>
        <dsp:cNvSpPr/>
      </dsp:nvSpPr>
      <dsp:spPr>
        <a:xfrm>
          <a:off x="670463" y="2095716"/>
          <a:ext cx="193734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Intercambio cultural y lingüístico en </a:t>
          </a:r>
          <a:r>
            <a:rPr lang="es-ES" sz="900" kern="1200" dirty="0" err="1" smtClean="0"/>
            <a:t>duos</a:t>
          </a:r>
          <a:r>
            <a:rPr lang="es-ES" sz="900" kern="1200" dirty="0" smtClean="0"/>
            <a:t> o grupos pequeños</a:t>
          </a:r>
          <a:endParaRPr lang="es-ES" sz="900" kern="1200" dirty="0"/>
        </a:p>
      </dsp:txBody>
      <dsp:txXfrm>
        <a:off x="670463" y="2095716"/>
        <a:ext cx="1937341" cy="723909"/>
      </dsp:txXfrm>
    </dsp:sp>
    <dsp:sp modelId="{808432FC-A38E-4738-A6AA-A8B559A6C594}">
      <dsp:nvSpPr>
        <dsp:cNvPr id="0" name=""/>
        <dsp:cNvSpPr/>
      </dsp:nvSpPr>
      <dsp:spPr>
        <a:xfrm>
          <a:off x="2982269" y="1067764"/>
          <a:ext cx="2677017" cy="72390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s-ES" sz="1200" kern="1200" dirty="0" smtClean="0"/>
            <a:t>Fiestas y eventos interculturales</a:t>
          </a:r>
          <a:endParaRPr lang="es-ES" sz="1200" kern="1200" dirty="0"/>
        </a:p>
      </dsp:txBody>
      <dsp:txXfrm>
        <a:off x="2982269" y="1067764"/>
        <a:ext cx="2677017" cy="723909"/>
      </dsp:txXfrm>
    </dsp:sp>
    <dsp:sp modelId="{85E41ED6-0859-4DCA-952C-D1EB1AAD8CA9}">
      <dsp:nvSpPr>
        <dsp:cNvPr id="0" name=""/>
        <dsp:cNvSpPr/>
      </dsp:nvSpPr>
      <dsp:spPr>
        <a:xfrm>
          <a:off x="3651523" y="2095716"/>
          <a:ext cx="193734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Por nacionalidades / culturas, los alumnos explican sus diferencias culturales, bajo el eje común de la comida y costumbres</a:t>
          </a:r>
          <a:endParaRPr lang="es-ES" sz="900" kern="1200" dirty="0"/>
        </a:p>
      </dsp:txBody>
      <dsp:txXfrm>
        <a:off x="3651523" y="2095716"/>
        <a:ext cx="1937341" cy="723909"/>
      </dsp:txXfrm>
    </dsp:sp>
    <dsp:sp modelId="{6D96E52B-E383-432F-AA0E-225DDDB59626}">
      <dsp:nvSpPr>
        <dsp:cNvPr id="0" name=""/>
        <dsp:cNvSpPr/>
      </dsp:nvSpPr>
      <dsp:spPr>
        <a:xfrm>
          <a:off x="3651523" y="3123667"/>
          <a:ext cx="192777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Concursos tipo trivial de conocimiento intercultural (que se puede vincular al programa de </a:t>
          </a:r>
          <a:r>
            <a:rPr lang="es-ES" sz="900" kern="1200" dirty="0" err="1" smtClean="0"/>
            <a:t>mentoring</a:t>
          </a:r>
          <a:r>
            <a:rPr lang="es-ES" sz="900" kern="1200" dirty="0" smtClean="0"/>
            <a:t>)</a:t>
          </a:r>
          <a:endParaRPr lang="es-ES" sz="900" kern="1200" dirty="0"/>
        </a:p>
      </dsp:txBody>
      <dsp:txXfrm>
        <a:off x="3651523" y="3123667"/>
        <a:ext cx="1927771" cy="723909"/>
      </dsp:txXfrm>
    </dsp:sp>
    <dsp:sp modelId="{412FC457-9B4D-4A13-A03A-9B70E3BDDD0C}">
      <dsp:nvSpPr>
        <dsp:cNvPr id="0" name=""/>
        <dsp:cNvSpPr/>
      </dsp:nvSpPr>
      <dsp:spPr>
        <a:xfrm>
          <a:off x="5963328" y="1067764"/>
          <a:ext cx="2677017" cy="72390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s-ES" sz="1200" kern="1200" dirty="0" smtClean="0"/>
            <a:t>Guía de buenas prácticas</a:t>
          </a:r>
          <a:endParaRPr lang="es-ES" sz="1200" kern="1200" dirty="0"/>
        </a:p>
      </dsp:txBody>
      <dsp:txXfrm>
        <a:off x="5963328" y="1067764"/>
        <a:ext cx="2677017" cy="723909"/>
      </dsp:txXfrm>
    </dsp:sp>
    <dsp:sp modelId="{9D91FC49-EF0D-4678-A44B-0355C79D1D83}">
      <dsp:nvSpPr>
        <dsp:cNvPr id="0" name=""/>
        <dsp:cNvSpPr/>
      </dsp:nvSpPr>
      <dsp:spPr>
        <a:xfrm>
          <a:off x="6632583" y="2095716"/>
          <a:ext cx="193734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Guía con recomendaciones para todos los colectivos involucrados (profesores, alumnos españoles y extranjeros, otro personal…)</a:t>
          </a:r>
        </a:p>
      </dsp:txBody>
      <dsp:txXfrm>
        <a:off x="6632583" y="2095716"/>
        <a:ext cx="1937341" cy="723909"/>
      </dsp:txXfrm>
    </dsp:sp>
    <dsp:sp modelId="{CB017756-1B4A-4878-AF2E-633DC5C07473}">
      <dsp:nvSpPr>
        <dsp:cNvPr id="0" name=""/>
        <dsp:cNvSpPr/>
      </dsp:nvSpPr>
      <dsp:spPr>
        <a:xfrm>
          <a:off x="6632583" y="3123667"/>
          <a:ext cx="192777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Acciones de sensibilización de la comunidad universitaria</a:t>
          </a:r>
          <a:endParaRPr lang="es-ES" sz="900" kern="1200" dirty="0"/>
        </a:p>
      </dsp:txBody>
      <dsp:txXfrm>
        <a:off x="6632583" y="3123667"/>
        <a:ext cx="1927771" cy="72390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6AD2E-92EC-43BD-9F50-3044ABF529A2}">
      <dsp:nvSpPr>
        <dsp:cNvPr id="0" name=""/>
        <dsp:cNvSpPr/>
      </dsp:nvSpPr>
      <dsp:spPr>
        <a:xfrm>
          <a:off x="6231030" y="1791673"/>
          <a:ext cx="401552" cy="1693948"/>
        </a:xfrm>
        <a:custGeom>
          <a:avLst/>
          <a:gdLst/>
          <a:ahLst/>
          <a:cxnLst/>
          <a:rect l="0" t="0" r="0" b="0"/>
          <a:pathLst>
            <a:path>
              <a:moveTo>
                <a:pt x="0" y="0"/>
              </a:moveTo>
              <a:lnTo>
                <a:pt x="0" y="1693948"/>
              </a:lnTo>
              <a:lnTo>
                <a:pt x="401552" y="169394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B17FBF-1208-4676-BAB4-71279C477C1C}">
      <dsp:nvSpPr>
        <dsp:cNvPr id="0" name=""/>
        <dsp:cNvSpPr/>
      </dsp:nvSpPr>
      <dsp:spPr>
        <a:xfrm>
          <a:off x="6231030" y="1791673"/>
          <a:ext cx="401552" cy="665996"/>
        </a:xfrm>
        <a:custGeom>
          <a:avLst/>
          <a:gdLst/>
          <a:ahLst/>
          <a:cxnLst/>
          <a:rect l="0" t="0" r="0" b="0"/>
          <a:pathLst>
            <a:path>
              <a:moveTo>
                <a:pt x="0" y="0"/>
              </a:moveTo>
              <a:lnTo>
                <a:pt x="0" y="665996"/>
              </a:lnTo>
              <a:lnTo>
                <a:pt x="401552" y="6659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7D17AF-D7D6-42FC-BF67-78631B7E2213}">
      <dsp:nvSpPr>
        <dsp:cNvPr id="0" name=""/>
        <dsp:cNvSpPr/>
      </dsp:nvSpPr>
      <dsp:spPr>
        <a:xfrm>
          <a:off x="4320778" y="763722"/>
          <a:ext cx="2981059" cy="304042"/>
        </a:xfrm>
        <a:custGeom>
          <a:avLst/>
          <a:gdLst/>
          <a:ahLst/>
          <a:cxnLst/>
          <a:rect l="0" t="0" r="0" b="0"/>
          <a:pathLst>
            <a:path>
              <a:moveTo>
                <a:pt x="0" y="0"/>
              </a:moveTo>
              <a:lnTo>
                <a:pt x="0" y="152021"/>
              </a:lnTo>
              <a:lnTo>
                <a:pt x="2981059" y="152021"/>
              </a:lnTo>
              <a:lnTo>
                <a:pt x="2981059" y="30404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AF699A-143C-4105-A626-DCD02FAF2ABF}">
      <dsp:nvSpPr>
        <dsp:cNvPr id="0" name=""/>
        <dsp:cNvSpPr/>
      </dsp:nvSpPr>
      <dsp:spPr>
        <a:xfrm>
          <a:off x="3249970" y="1791673"/>
          <a:ext cx="401552" cy="1693948"/>
        </a:xfrm>
        <a:custGeom>
          <a:avLst/>
          <a:gdLst/>
          <a:ahLst/>
          <a:cxnLst/>
          <a:rect l="0" t="0" r="0" b="0"/>
          <a:pathLst>
            <a:path>
              <a:moveTo>
                <a:pt x="0" y="0"/>
              </a:moveTo>
              <a:lnTo>
                <a:pt x="0" y="1693948"/>
              </a:lnTo>
              <a:lnTo>
                <a:pt x="401552" y="169394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CF46BB-9AC6-4392-A5A5-DA6766DB548D}">
      <dsp:nvSpPr>
        <dsp:cNvPr id="0" name=""/>
        <dsp:cNvSpPr/>
      </dsp:nvSpPr>
      <dsp:spPr>
        <a:xfrm>
          <a:off x="3249970" y="1791673"/>
          <a:ext cx="401552" cy="665996"/>
        </a:xfrm>
        <a:custGeom>
          <a:avLst/>
          <a:gdLst/>
          <a:ahLst/>
          <a:cxnLst/>
          <a:rect l="0" t="0" r="0" b="0"/>
          <a:pathLst>
            <a:path>
              <a:moveTo>
                <a:pt x="0" y="0"/>
              </a:moveTo>
              <a:lnTo>
                <a:pt x="0" y="665996"/>
              </a:lnTo>
              <a:lnTo>
                <a:pt x="401552" y="6659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D8E4EB-7D0F-4549-8F63-6FED5450D6B3}">
      <dsp:nvSpPr>
        <dsp:cNvPr id="0" name=""/>
        <dsp:cNvSpPr/>
      </dsp:nvSpPr>
      <dsp:spPr>
        <a:xfrm>
          <a:off x="4275058" y="763722"/>
          <a:ext cx="91440" cy="304042"/>
        </a:xfrm>
        <a:custGeom>
          <a:avLst/>
          <a:gdLst/>
          <a:ahLst/>
          <a:cxnLst/>
          <a:rect l="0" t="0" r="0" b="0"/>
          <a:pathLst>
            <a:path>
              <a:moveTo>
                <a:pt x="45720" y="0"/>
              </a:moveTo>
              <a:lnTo>
                <a:pt x="45720" y="30404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395731-FC67-4DCF-B085-7DEFCB4F2049}">
      <dsp:nvSpPr>
        <dsp:cNvPr id="0" name=""/>
        <dsp:cNvSpPr/>
      </dsp:nvSpPr>
      <dsp:spPr>
        <a:xfrm>
          <a:off x="268910" y="1791673"/>
          <a:ext cx="401552" cy="665996"/>
        </a:xfrm>
        <a:custGeom>
          <a:avLst/>
          <a:gdLst/>
          <a:ahLst/>
          <a:cxnLst/>
          <a:rect l="0" t="0" r="0" b="0"/>
          <a:pathLst>
            <a:path>
              <a:moveTo>
                <a:pt x="0" y="0"/>
              </a:moveTo>
              <a:lnTo>
                <a:pt x="0" y="665996"/>
              </a:lnTo>
              <a:lnTo>
                <a:pt x="401552" y="6659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AAD74AD-0894-42E3-8A24-85020E5B8D88}">
      <dsp:nvSpPr>
        <dsp:cNvPr id="0" name=""/>
        <dsp:cNvSpPr/>
      </dsp:nvSpPr>
      <dsp:spPr>
        <a:xfrm>
          <a:off x="1339718" y="763722"/>
          <a:ext cx="2981059" cy="304042"/>
        </a:xfrm>
        <a:custGeom>
          <a:avLst/>
          <a:gdLst/>
          <a:ahLst/>
          <a:cxnLst/>
          <a:rect l="0" t="0" r="0" b="0"/>
          <a:pathLst>
            <a:path>
              <a:moveTo>
                <a:pt x="2981059" y="0"/>
              </a:moveTo>
              <a:lnTo>
                <a:pt x="2981059" y="152021"/>
              </a:lnTo>
              <a:lnTo>
                <a:pt x="0" y="152021"/>
              </a:lnTo>
              <a:lnTo>
                <a:pt x="0" y="30404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520804-3251-4599-9E95-7A53F6F3C2C1}">
      <dsp:nvSpPr>
        <dsp:cNvPr id="0" name=""/>
        <dsp:cNvSpPr/>
      </dsp:nvSpPr>
      <dsp:spPr>
        <a:xfrm>
          <a:off x="1656479" y="39812"/>
          <a:ext cx="5328597" cy="72390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s-ES" sz="1800" kern="1200" dirty="0" smtClean="0"/>
            <a:t>Proyecto de mejora de la comunicación intercultural en la UCM</a:t>
          </a:r>
          <a:endParaRPr lang="es-ES" sz="1800" kern="1200" dirty="0"/>
        </a:p>
      </dsp:txBody>
      <dsp:txXfrm>
        <a:off x="1656479" y="39812"/>
        <a:ext cx="5328597" cy="723909"/>
      </dsp:txXfrm>
    </dsp:sp>
    <dsp:sp modelId="{9D43E297-DF9E-4250-897E-6A93A25E6FAC}">
      <dsp:nvSpPr>
        <dsp:cNvPr id="0" name=""/>
        <dsp:cNvSpPr/>
      </dsp:nvSpPr>
      <dsp:spPr>
        <a:xfrm>
          <a:off x="1209" y="1067764"/>
          <a:ext cx="2677017" cy="72390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s-ES" sz="1200" kern="1200" dirty="0" smtClean="0"/>
            <a:t>Programa de </a:t>
          </a:r>
          <a:r>
            <a:rPr lang="es-ES" sz="1200" kern="1200" dirty="0" err="1" smtClean="0"/>
            <a:t>mentoring</a:t>
          </a:r>
          <a:r>
            <a:rPr lang="es-ES" sz="1200" kern="1200" dirty="0" smtClean="0"/>
            <a:t>, con alumnos voluntarios.</a:t>
          </a:r>
          <a:endParaRPr lang="es-ES" sz="1200" kern="1200" dirty="0"/>
        </a:p>
      </dsp:txBody>
      <dsp:txXfrm>
        <a:off x="1209" y="1067764"/>
        <a:ext cx="2677017" cy="723909"/>
      </dsp:txXfrm>
    </dsp:sp>
    <dsp:sp modelId="{5F6C78CD-C554-44E5-B42A-D0002E3425D6}">
      <dsp:nvSpPr>
        <dsp:cNvPr id="0" name=""/>
        <dsp:cNvSpPr/>
      </dsp:nvSpPr>
      <dsp:spPr>
        <a:xfrm>
          <a:off x="670463" y="2095716"/>
          <a:ext cx="193734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Intercambio cultural y lingüístico en </a:t>
          </a:r>
          <a:r>
            <a:rPr lang="es-ES" sz="900" kern="1200" dirty="0" err="1" smtClean="0"/>
            <a:t>duos</a:t>
          </a:r>
          <a:r>
            <a:rPr lang="es-ES" sz="900" kern="1200" dirty="0" smtClean="0"/>
            <a:t> o grupos pequeños</a:t>
          </a:r>
          <a:endParaRPr lang="es-ES" sz="900" kern="1200" dirty="0"/>
        </a:p>
      </dsp:txBody>
      <dsp:txXfrm>
        <a:off x="670463" y="2095716"/>
        <a:ext cx="1937341" cy="723909"/>
      </dsp:txXfrm>
    </dsp:sp>
    <dsp:sp modelId="{808432FC-A38E-4738-A6AA-A8B559A6C594}">
      <dsp:nvSpPr>
        <dsp:cNvPr id="0" name=""/>
        <dsp:cNvSpPr/>
      </dsp:nvSpPr>
      <dsp:spPr>
        <a:xfrm>
          <a:off x="2982269" y="1067764"/>
          <a:ext cx="2677017" cy="72390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s-ES" sz="1200" kern="1200" dirty="0" smtClean="0"/>
            <a:t>Fiestas y eventos interculturales</a:t>
          </a:r>
          <a:endParaRPr lang="es-ES" sz="1200" kern="1200" dirty="0"/>
        </a:p>
      </dsp:txBody>
      <dsp:txXfrm>
        <a:off x="2982269" y="1067764"/>
        <a:ext cx="2677017" cy="723909"/>
      </dsp:txXfrm>
    </dsp:sp>
    <dsp:sp modelId="{85E41ED6-0859-4DCA-952C-D1EB1AAD8CA9}">
      <dsp:nvSpPr>
        <dsp:cNvPr id="0" name=""/>
        <dsp:cNvSpPr/>
      </dsp:nvSpPr>
      <dsp:spPr>
        <a:xfrm>
          <a:off x="3651523" y="2095716"/>
          <a:ext cx="193734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Por nacionalidades / culturas, los alumnos explican sus diferencias culturales, bajo el eje común de la comida y costumbres</a:t>
          </a:r>
          <a:endParaRPr lang="es-ES" sz="900" kern="1200" dirty="0"/>
        </a:p>
      </dsp:txBody>
      <dsp:txXfrm>
        <a:off x="3651523" y="2095716"/>
        <a:ext cx="1937341" cy="723909"/>
      </dsp:txXfrm>
    </dsp:sp>
    <dsp:sp modelId="{6D96E52B-E383-432F-AA0E-225DDDB59626}">
      <dsp:nvSpPr>
        <dsp:cNvPr id="0" name=""/>
        <dsp:cNvSpPr/>
      </dsp:nvSpPr>
      <dsp:spPr>
        <a:xfrm>
          <a:off x="3651523" y="3123667"/>
          <a:ext cx="192777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Concursos tipo trivial de conocimiento intercultural (que se puede vincular al programa de </a:t>
          </a:r>
          <a:r>
            <a:rPr lang="es-ES" sz="900" kern="1200" dirty="0" err="1" smtClean="0"/>
            <a:t>mentoring</a:t>
          </a:r>
          <a:r>
            <a:rPr lang="es-ES" sz="900" kern="1200" dirty="0" smtClean="0"/>
            <a:t>)</a:t>
          </a:r>
          <a:endParaRPr lang="es-ES" sz="900" kern="1200" dirty="0"/>
        </a:p>
      </dsp:txBody>
      <dsp:txXfrm>
        <a:off x="3651523" y="3123667"/>
        <a:ext cx="1927771" cy="723909"/>
      </dsp:txXfrm>
    </dsp:sp>
    <dsp:sp modelId="{412FC457-9B4D-4A13-A03A-9B70E3BDDD0C}">
      <dsp:nvSpPr>
        <dsp:cNvPr id="0" name=""/>
        <dsp:cNvSpPr/>
      </dsp:nvSpPr>
      <dsp:spPr>
        <a:xfrm>
          <a:off x="5963328" y="1067764"/>
          <a:ext cx="2677017" cy="72390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s-ES" sz="1200" kern="1200" dirty="0" smtClean="0"/>
            <a:t>Guía de buenas prácticas</a:t>
          </a:r>
          <a:endParaRPr lang="es-ES" sz="1200" kern="1200" dirty="0"/>
        </a:p>
      </dsp:txBody>
      <dsp:txXfrm>
        <a:off x="5963328" y="1067764"/>
        <a:ext cx="2677017" cy="723909"/>
      </dsp:txXfrm>
    </dsp:sp>
    <dsp:sp modelId="{9D91FC49-EF0D-4678-A44B-0355C79D1D83}">
      <dsp:nvSpPr>
        <dsp:cNvPr id="0" name=""/>
        <dsp:cNvSpPr/>
      </dsp:nvSpPr>
      <dsp:spPr>
        <a:xfrm>
          <a:off x="6632583" y="2095716"/>
          <a:ext cx="193734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Guía con recomendaciones para todos los colectivos involucrados (profesores, alumnos españoles y extranjeros, otro personal…)</a:t>
          </a:r>
        </a:p>
      </dsp:txBody>
      <dsp:txXfrm>
        <a:off x="6632583" y="2095716"/>
        <a:ext cx="1937341" cy="723909"/>
      </dsp:txXfrm>
    </dsp:sp>
    <dsp:sp modelId="{CB017756-1B4A-4878-AF2E-633DC5C07473}">
      <dsp:nvSpPr>
        <dsp:cNvPr id="0" name=""/>
        <dsp:cNvSpPr/>
      </dsp:nvSpPr>
      <dsp:spPr>
        <a:xfrm>
          <a:off x="6632583" y="3123667"/>
          <a:ext cx="192777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Acciones de sensibilización de la comunidad universitaria</a:t>
          </a:r>
          <a:endParaRPr lang="es-ES" sz="900" kern="1200" dirty="0"/>
        </a:p>
      </dsp:txBody>
      <dsp:txXfrm>
        <a:off x="6632583" y="3123667"/>
        <a:ext cx="1927771" cy="72390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6AD2E-92EC-43BD-9F50-3044ABF529A2}">
      <dsp:nvSpPr>
        <dsp:cNvPr id="0" name=""/>
        <dsp:cNvSpPr/>
      </dsp:nvSpPr>
      <dsp:spPr>
        <a:xfrm>
          <a:off x="6231030" y="1791673"/>
          <a:ext cx="401552" cy="1693948"/>
        </a:xfrm>
        <a:custGeom>
          <a:avLst/>
          <a:gdLst/>
          <a:ahLst/>
          <a:cxnLst/>
          <a:rect l="0" t="0" r="0" b="0"/>
          <a:pathLst>
            <a:path>
              <a:moveTo>
                <a:pt x="0" y="0"/>
              </a:moveTo>
              <a:lnTo>
                <a:pt x="0" y="1693948"/>
              </a:lnTo>
              <a:lnTo>
                <a:pt x="401552" y="169394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B17FBF-1208-4676-BAB4-71279C477C1C}">
      <dsp:nvSpPr>
        <dsp:cNvPr id="0" name=""/>
        <dsp:cNvSpPr/>
      </dsp:nvSpPr>
      <dsp:spPr>
        <a:xfrm>
          <a:off x="6231030" y="1791673"/>
          <a:ext cx="401552" cy="665996"/>
        </a:xfrm>
        <a:custGeom>
          <a:avLst/>
          <a:gdLst/>
          <a:ahLst/>
          <a:cxnLst/>
          <a:rect l="0" t="0" r="0" b="0"/>
          <a:pathLst>
            <a:path>
              <a:moveTo>
                <a:pt x="0" y="0"/>
              </a:moveTo>
              <a:lnTo>
                <a:pt x="0" y="665996"/>
              </a:lnTo>
              <a:lnTo>
                <a:pt x="401552" y="6659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7D17AF-D7D6-42FC-BF67-78631B7E2213}">
      <dsp:nvSpPr>
        <dsp:cNvPr id="0" name=""/>
        <dsp:cNvSpPr/>
      </dsp:nvSpPr>
      <dsp:spPr>
        <a:xfrm>
          <a:off x="4320778" y="763722"/>
          <a:ext cx="2981059" cy="304042"/>
        </a:xfrm>
        <a:custGeom>
          <a:avLst/>
          <a:gdLst/>
          <a:ahLst/>
          <a:cxnLst/>
          <a:rect l="0" t="0" r="0" b="0"/>
          <a:pathLst>
            <a:path>
              <a:moveTo>
                <a:pt x="0" y="0"/>
              </a:moveTo>
              <a:lnTo>
                <a:pt x="0" y="152021"/>
              </a:lnTo>
              <a:lnTo>
                <a:pt x="2981059" y="152021"/>
              </a:lnTo>
              <a:lnTo>
                <a:pt x="2981059" y="30404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AF699A-143C-4105-A626-DCD02FAF2ABF}">
      <dsp:nvSpPr>
        <dsp:cNvPr id="0" name=""/>
        <dsp:cNvSpPr/>
      </dsp:nvSpPr>
      <dsp:spPr>
        <a:xfrm>
          <a:off x="3249970" y="1791673"/>
          <a:ext cx="401552" cy="1693948"/>
        </a:xfrm>
        <a:custGeom>
          <a:avLst/>
          <a:gdLst/>
          <a:ahLst/>
          <a:cxnLst/>
          <a:rect l="0" t="0" r="0" b="0"/>
          <a:pathLst>
            <a:path>
              <a:moveTo>
                <a:pt x="0" y="0"/>
              </a:moveTo>
              <a:lnTo>
                <a:pt x="0" y="1693948"/>
              </a:lnTo>
              <a:lnTo>
                <a:pt x="401552" y="169394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CF46BB-9AC6-4392-A5A5-DA6766DB548D}">
      <dsp:nvSpPr>
        <dsp:cNvPr id="0" name=""/>
        <dsp:cNvSpPr/>
      </dsp:nvSpPr>
      <dsp:spPr>
        <a:xfrm>
          <a:off x="3249970" y="1791673"/>
          <a:ext cx="401552" cy="665996"/>
        </a:xfrm>
        <a:custGeom>
          <a:avLst/>
          <a:gdLst/>
          <a:ahLst/>
          <a:cxnLst/>
          <a:rect l="0" t="0" r="0" b="0"/>
          <a:pathLst>
            <a:path>
              <a:moveTo>
                <a:pt x="0" y="0"/>
              </a:moveTo>
              <a:lnTo>
                <a:pt x="0" y="665996"/>
              </a:lnTo>
              <a:lnTo>
                <a:pt x="401552" y="6659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D8E4EB-7D0F-4549-8F63-6FED5450D6B3}">
      <dsp:nvSpPr>
        <dsp:cNvPr id="0" name=""/>
        <dsp:cNvSpPr/>
      </dsp:nvSpPr>
      <dsp:spPr>
        <a:xfrm>
          <a:off x="4275058" y="763722"/>
          <a:ext cx="91440" cy="304042"/>
        </a:xfrm>
        <a:custGeom>
          <a:avLst/>
          <a:gdLst/>
          <a:ahLst/>
          <a:cxnLst/>
          <a:rect l="0" t="0" r="0" b="0"/>
          <a:pathLst>
            <a:path>
              <a:moveTo>
                <a:pt x="45720" y="0"/>
              </a:moveTo>
              <a:lnTo>
                <a:pt x="45720" y="30404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395731-FC67-4DCF-B085-7DEFCB4F2049}">
      <dsp:nvSpPr>
        <dsp:cNvPr id="0" name=""/>
        <dsp:cNvSpPr/>
      </dsp:nvSpPr>
      <dsp:spPr>
        <a:xfrm>
          <a:off x="268910" y="1791673"/>
          <a:ext cx="401552" cy="665996"/>
        </a:xfrm>
        <a:custGeom>
          <a:avLst/>
          <a:gdLst/>
          <a:ahLst/>
          <a:cxnLst/>
          <a:rect l="0" t="0" r="0" b="0"/>
          <a:pathLst>
            <a:path>
              <a:moveTo>
                <a:pt x="0" y="0"/>
              </a:moveTo>
              <a:lnTo>
                <a:pt x="0" y="665996"/>
              </a:lnTo>
              <a:lnTo>
                <a:pt x="401552" y="6659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AAD74AD-0894-42E3-8A24-85020E5B8D88}">
      <dsp:nvSpPr>
        <dsp:cNvPr id="0" name=""/>
        <dsp:cNvSpPr/>
      </dsp:nvSpPr>
      <dsp:spPr>
        <a:xfrm>
          <a:off x="1339718" y="763722"/>
          <a:ext cx="2981059" cy="304042"/>
        </a:xfrm>
        <a:custGeom>
          <a:avLst/>
          <a:gdLst/>
          <a:ahLst/>
          <a:cxnLst/>
          <a:rect l="0" t="0" r="0" b="0"/>
          <a:pathLst>
            <a:path>
              <a:moveTo>
                <a:pt x="2981059" y="0"/>
              </a:moveTo>
              <a:lnTo>
                <a:pt x="2981059" y="152021"/>
              </a:lnTo>
              <a:lnTo>
                <a:pt x="0" y="152021"/>
              </a:lnTo>
              <a:lnTo>
                <a:pt x="0" y="30404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520804-3251-4599-9E95-7A53F6F3C2C1}">
      <dsp:nvSpPr>
        <dsp:cNvPr id="0" name=""/>
        <dsp:cNvSpPr/>
      </dsp:nvSpPr>
      <dsp:spPr>
        <a:xfrm>
          <a:off x="1656479" y="39812"/>
          <a:ext cx="5328597" cy="72390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s-ES" sz="1800" kern="1200" dirty="0" smtClean="0"/>
            <a:t>Proyecto de mejora de la comunicación intercultural en la UCM</a:t>
          </a:r>
          <a:endParaRPr lang="es-ES" sz="1800" kern="1200" dirty="0"/>
        </a:p>
      </dsp:txBody>
      <dsp:txXfrm>
        <a:off x="1656479" y="39812"/>
        <a:ext cx="5328597" cy="723909"/>
      </dsp:txXfrm>
    </dsp:sp>
    <dsp:sp modelId="{9D43E297-DF9E-4250-897E-6A93A25E6FAC}">
      <dsp:nvSpPr>
        <dsp:cNvPr id="0" name=""/>
        <dsp:cNvSpPr/>
      </dsp:nvSpPr>
      <dsp:spPr>
        <a:xfrm>
          <a:off x="1209" y="1067764"/>
          <a:ext cx="2677017" cy="72390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s-ES" sz="1200" kern="1200" dirty="0" smtClean="0"/>
            <a:t>Programa de </a:t>
          </a:r>
          <a:r>
            <a:rPr lang="es-ES" sz="1200" kern="1200" dirty="0" err="1" smtClean="0"/>
            <a:t>mentoring</a:t>
          </a:r>
          <a:r>
            <a:rPr lang="es-ES" sz="1200" kern="1200" dirty="0" smtClean="0"/>
            <a:t>, con alumnos voluntarios.</a:t>
          </a:r>
          <a:endParaRPr lang="es-ES" sz="1200" kern="1200" dirty="0"/>
        </a:p>
      </dsp:txBody>
      <dsp:txXfrm>
        <a:off x="1209" y="1067764"/>
        <a:ext cx="2677017" cy="723909"/>
      </dsp:txXfrm>
    </dsp:sp>
    <dsp:sp modelId="{5F6C78CD-C554-44E5-B42A-D0002E3425D6}">
      <dsp:nvSpPr>
        <dsp:cNvPr id="0" name=""/>
        <dsp:cNvSpPr/>
      </dsp:nvSpPr>
      <dsp:spPr>
        <a:xfrm>
          <a:off x="670463" y="2095716"/>
          <a:ext cx="193734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Intercambio cultural y lingüístico en </a:t>
          </a:r>
          <a:r>
            <a:rPr lang="es-ES" sz="900" kern="1200" dirty="0" err="1" smtClean="0"/>
            <a:t>duos</a:t>
          </a:r>
          <a:r>
            <a:rPr lang="es-ES" sz="900" kern="1200" dirty="0" smtClean="0"/>
            <a:t> o grupos pequeños</a:t>
          </a:r>
          <a:endParaRPr lang="es-ES" sz="900" kern="1200" dirty="0"/>
        </a:p>
      </dsp:txBody>
      <dsp:txXfrm>
        <a:off x="670463" y="2095716"/>
        <a:ext cx="1937341" cy="723909"/>
      </dsp:txXfrm>
    </dsp:sp>
    <dsp:sp modelId="{808432FC-A38E-4738-A6AA-A8B559A6C594}">
      <dsp:nvSpPr>
        <dsp:cNvPr id="0" name=""/>
        <dsp:cNvSpPr/>
      </dsp:nvSpPr>
      <dsp:spPr>
        <a:xfrm>
          <a:off x="2982269" y="1067764"/>
          <a:ext cx="2677017" cy="72390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s-ES" sz="1200" kern="1200" dirty="0" smtClean="0"/>
            <a:t>Fiestas y eventos interculturales</a:t>
          </a:r>
          <a:endParaRPr lang="es-ES" sz="1200" kern="1200" dirty="0"/>
        </a:p>
      </dsp:txBody>
      <dsp:txXfrm>
        <a:off x="2982269" y="1067764"/>
        <a:ext cx="2677017" cy="723909"/>
      </dsp:txXfrm>
    </dsp:sp>
    <dsp:sp modelId="{85E41ED6-0859-4DCA-952C-D1EB1AAD8CA9}">
      <dsp:nvSpPr>
        <dsp:cNvPr id="0" name=""/>
        <dsp:cNvSpPr/>
      </dsp:nvSpPr>
      <dsp:spPr>
        <a:xfrm>
          <a:off x="3651523" y="2095716"/>
          <a:ext cx="193734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Por nacionalidades / culturas, los alumnos explican sus diferencias culturales, bajo el eje común de la comida y costumbres</a:t>
          </a:r>
          <a:endParaRPr lang="es-ES" sz="900" kern="1200" dirty="0"/>
        </a:p>
      </dsp:txBody>
      <dsp:txXfrm>
        <a:off x="3651523" y="2095716"/>
        <a:ext cx="1937341" cy="723909"/>
      </dsp:txXfrm>
    </dsp:sp>
    <dsp:sp modelId="{6D96E52B-E383-432F-AA0E-225DDDB59626}">
      <dsp:nvSpPr>
        <dsp:cNvPr id="0" name=""/>
        <dsp:cNvSpPr/>
      </dsp:nvSpPr>
      <dsp:spPr>
        <a:xfrm>
          <a:off x="3651523" y="3123667"/>
          <a:ext cx="192777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Concursos tipo trivial de conocimiento intercultural (que se puede vincular al programa de </a:t>
          </a:r>
          <a:r>
            <a:rPr lang="es-ES" sz="900" kern="1200" dirty="0" err="1" smtClean="0"/>
            <a:t>mentoring</a:t>
          </a:r>
          <a:r>
            <a:rPr lang="es-ES" sz="900" kern="1200" dirty="0" smtClean="0"/>
            <a:t>)</a:t>
          </a:r>
          <a:endParaRPr lang="es-ES" sz="900" kern="1200" dirty="0"/>
        </a:p>
      </dsp:txBody>
      <dsp:txXfrm>
        <a:off x="3651523" y="3123667"/>
        <a:ext cx="1927771" cy="723909"/>
      </dsp:txXfrm>
    </dsp:sp>
    <dsp:sp modelId="{412FC457-9B4D-4A13-A03A-9B70E3BDDD0C}">
      <dsp:nvSpPr>
        <dsp:cNvPr id="0" name=""/>
        <dsp:cNvSpPr/>
      </dsp:nvSpPr>
      <dsp:spPr>
        <a:xfrm>
          <a:off x="5963328" y="1067764"/>
          <a:ext cx="2677017" cy="72390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s-ES" sz="1200" kern="1200" dirty="0" smtClean="0"/>
            <a:t>Guía de buenas prácticas</a:t>
          </a:r>
          <a:endParaRPr lang="es-ES" sz="1200" kern="1200" dirty="0"/>
        </a:p>
      </dsp:txBody>
      <dsp:txXfrm>
        <a:off x="5963328" y="1067764"/>
        <a:ext cx="2677017" cy="723909"/>
      </dsp:txXfrm>
    </dsp:sp>
    <dsp:sp modelId="{9D91FC49-EF0D-4678-A44B-0355C79D1D83}">
      <dsp:nvSpPr>
        <dsp:cNvPr id="0" name=""/>
        <dsp:cNvSpPr/>
      </dsp:nvSpPr>
      <dsp:spPr>
        <a:xfrm>
          <a:off x="6632583" y="2095716"/>
          <a:ext cx="193734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Guía con recomendaciones para todos los colectivos involucrados (profesores, alumnos españoles y extranjeros, otro personal…)</a:t>
          </a:r>
        </a:p>
      </dsp:txBody>
      <dsp:txXfrm>
        <a:off x="6632583" y="2095716"/>
        <a:ext cx="1937341" cy="723909"/>
      </dsp:txXfrm>
    </dsp:sp>
    <dsp:sp modelId="{CB017756-1B4A-4878-AF2E-633DC5C07473}">
      <dsp:nvSpPr>
        <dsp:cNvPr id="0" name=""/>
        <dsp:cNvSpPr/>
      </dsp:nvSpPr>
      <dsp:spPr>
        <a:xfrm>
          <a:off x="6632583" y="3123667"/>
          <a:ext cx="192777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Acciones de sensibilización de la comunidad universitaria</a:t>
          </a:r>
          <a:endParaRPr lang="es-ES" sz="900" kern="1200" dirty="0"/>
        </a:p>
      </dsp:txBody>
      <dsp:txXfrm>
        <a:off x="6632583" y="3123667"/>
        <a:ext cx="1927771" cy="72390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56AD2E-92EC-43BD-9F50-3044ABF529A2}">
      <dsp:nvSpPr>
        <dsp:cNvPr id="0" name=""/>
        <dsp:cNvSpPr/>
      </dsp:nvSpPr>
      <dsp:spPr>
        <a:xfrm>
          <a:off x="6231030" y="1791673"/>
          <a:ext cx="401552" cy="1693948"/>
        </a:xfrm>
        <a:custGeom>
          <a:avLst/>
          <a:gdLst/>
          <a:ahLst/>
          <a:cxnLst/>
          <a:rect l="0" t="0" r="0" b="0"/>
          <a:pathLst>
            <a:path>
              <a:moveTo>
                <a:pt x="0" y="0"/>
              </a:moveTo>
              <a:lnTo>
                <a:pt x="0" y="1693948"/>
              </a:lnTo>
              <a:lnTo>
                <a:pt x="401552" y="169394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B17FBF-1208-4676-BAB4-71279C477C1C}">
      <dsp:nvSpPr>
        <dsp:cNvPr id="0" name=""/>
        <dsp:cNvSpPr/>
      </dsp:nvSpPr>
      <dsp:spPr>
        <a:xfrm>
          <a:off x="6231030" y="1791673"/>
          <a:ext cx="401552" cy="665996"/>
        </a:xfrm>
        <a:custGeom>
          <a:avLst/>
          <a:gdLst/>
          <a:ahLst/>
          <a:cxnLst/>
          <a:rect l="0" t="0" r="0" b="0"/>
          <a:pathLst>
            <a:path>
              <a:moveTo>
                <a:pt x="0" y="0"/>
              </a:moveTo>
              <a:lnTo>
                <a:pt x="0" y="665996"/>
              </a:lnTo>
              <a:lnTo>
                <a:pt x="401552" y="6659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7D17AF-D7D6-42FC-BF67-78631B7E2213}">
      <dsp:nvSpPr>
        <dsp:cNvPr id="0" name=""/>
        <dsp:cNvSpPr/>
      </dsp:nvSpPr>
      <dsp:spPr>
        <a:xfrm>
          <a:off x="4320778" y="763722"/>
          <a:ext cx="2981059" cy="304042"/>
        </a:xfrm>
        <a:custGeom>
          <a:avLst/>
          <a:gdLst/>
          <a:ahLst/>
          <a:cxnLst/>
          <a:rect l="0" t="0" r="0" b="0"/>
          <a:pathLst>
            <a:path>
              <a:moveTo>
                <a:pt x="0" y="0"/>
              </a:moveTo>
              <a:lnTo>
                <a:pt x="0" y="152021"/>
              </a:lnTo>
              <a:lnTo>
                <a:pt x="2981059" y="152021"/>
              </a:lnTo>
              <a:lnTo>
                <a:pt x="2981059" y="30404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AF699A-143C-4105-A626-DCD02FAF2ABF}">
      <dsp:nvSpPr>
        <dsp:cNvPr id="0" name=""/>
        <dsp:cNvSpPr/>
      </dsp:nvSpPr>
      <dsp:spPr>
        <a:xfrm>
          <a:off x="3249970" y="1791673"/>
          <a:ext cx="401552" cy="1693948"/>
        </a:xfrm>
        <a:custGeom>
          <a:avLst/>
          <a:gdLst/>
          <a:ahLst/>
          <a:cxnLst/>
          <a:rect l="0" t="0" r="0" b="0"/>
          <a:pathLst>
            <a:path>
              <a:moveTo>
                <a:pt x="0" y="0"/>
              </a:moveTo>
              <a:lnTo>
                <a:pt x="0" y="1693948"/>
              </a:lnTo>
              <a:lnTo>
                <a:pt x="401552" y="169394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FCF46BB-9AC6-4392-A5A5-DA6766DB548D}">
      <dsp:nvSpPr>
        <dsp:cNvPr id="0" name=""/>
        <dsp:cNvSpPr/>
      </dsp:nvSpPr>
      <dsp:spPr>
        <a:xfrm>
          <a:off x="3249970" y="1791673"/>
          <a:ext cx="401552" cy="665996"/>
        </a:xfrm>
        <a:custGeom>
          <a:avLst/>
          <a:gdLst/>
          <a:ahLst/>
          <a:cxnLst/>
          <a:rect l="0" t="0" r="0" b="0"/>
          <a:pathLst>
            <a:path>
              <a:moveTo>
                <a:pt x="0" y="0"/>
              </a:moveTo>
              <a:lnTo>
                <a:pt x="0" y="665996"/>
              </a:lnTo>
              <a:lnTo>
                <a:pt x="401552" y="6659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D8E4EB-7D0F-4549-8F63-6FED5450D6B3}">
      <dsp:nvSpPr>
        <dsp:cNvPr id="0" name=""/>
        <dsp:cNvSpPr/>
      </dsp:nvSpPr>
      <dsp:spPr>
        <a:xfrm>
          <a:off x="4275058" y="763722"/>
          <a:ext cx="91440" cy="304042"/>
        </a:xfrm>
        <a:custGeom>
          <a:avLst/>
          <a:gdLst/>
          <a:ahLst/>
          <a:cxnLst/>
          <a:rect l="0" t="0" r="0" b="0"/>
          <a:pathLst>
            <a:path>
              <a:moveTo>
                <a:pt x="45720" y="0"/>
              </a:moveTo>
              <a:lnTo>
                <a:pt x="45720" y="30404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395731-FC67-4DCF-B085-7DEFCB4F2049}">
      <dsp:nvSpPr>
        <dsp:cNvPr id="0" name=""/>
        <dsp:cNvSpPr/>
      </dsp:nvSpPr>
      <dsp:spPr>
        <a:xfrm>
          <a:off x="268910" y="1791673"/>
          <a:ext cx="401552" cy="665996"/>
        </a:xfrm>
        <a:custGeom>
          <a:avLst/>
          <a:gdLst/>
          <a:ahLst/>
          <a:cxnLst/>
          <a:rect l="0" t="0" r="0" b="0"/>
          <a:pathLst>
            <a:path>
              <a:moveTo>
                <a:pt x="0" y="0"/>
              </a:moveTo>
              <a:lnTo>
                <a:pt x="0" y="665996"/>
              </a:lnTo>
              <a:lnTo>
                <a:pt x="401552" y="6659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AAD74AD-0894-42E3-8A24-85020E5B8D88}">
      <dsp:nvSpPr>
        <dsp:cNvPr id="0" name=""/>
        <dsp:cNvSpPr/>
      </dsp:nvSpPr>
      <dsp:spPr>
        <a:xfrm>
          <a:off x="1339718" y="763722"/>
          <a:ext cx="2981059" cy="304042"/>
        </a:xfrm>
        <a:custGeom>
          <a:avLst/>
          <a:gdLst/>
          <a:ahLst/>
          <a:cxnLst/>
          <a:rect l="0" t="0" r="0" b="0"/>
          <a:pathLst>
            <a:path>
              <a:moveTo>
                <a:pt x="2981059" y="0"/>
              </a:moveTo>
              <a:lnTo>
                <a:pt x="2981059" y="152021"/>
              </a:lnTo>
              <a:lnTo>
                <a:pt x="0" y="152021"/>
              </a:lnTo>
              <a:lnTo>
                <a:pt x="0" y="304042"/>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4520804-3251-4599-9E95-7A53F6F3C2C1}">
      <dsp:nvSpPr>
        <dsp:cNvPr id="0" name=""/>
        <dsp:cNvSpPr/>
      </dsp:nvSpPr>
      <dsp:spPr>
        <a:xfrm>
          <a:off x="1656479" y="39812"/>
          <a:ext cx="5328597" cy="723909"/>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lvl="0" algn="ctr" defTabSz="800100">
            <a:lnSpc>
              <a:spcPct val="90000"/>
            </a:lnSpc>
            <a:spcBef>
              <a:spcPct val="0"/>
            </a:spcBef>
            <a:spcAft>
              <a:spcPct val="35000"/>
            </a:spcAft>
          </a:pPr>
          <a:r>
            <a:rPr lang="es-ES" sz="1800" kern="1200" dirty="0" smtClean="0"/>
            <a:t>Proyecto de mejora de la comunicación intercultural en la UCM</a:t>
          </a:r>
          <a:endParaRPr lang="es-ES" sz="1800" kern="1200" dirty="0"/>
        </a:p>
      </dsp:txBody>
      <dsp:txXfrm>
        <a:off x="1656479" y="39812"/>
        <a:ext cx="5328597" cy="723909"/>
      </dsp:txXfrm>
    </dsp:sp>
    <dsp:sp modelId="{9D43E297-DF9E-4250-897E-6A93A25E6FAC}">
      <dsp:nvSpPr>
        <dsp:cNvPr id="0" name=""/>
        <dsp:cNvSpPr/>
      </dsp:nvSpPr>
      <dsp:spPr>
        <a:xfrm>
          <a:off x="1209" y="1067764"/>
          <a:ext cx="2677017" cy="72390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s-ES" sz="1200" kern="1200" dirty="0" smtClean="0"/>
            <a:t>Programa de </a:t>
          </a:r>
          <a:r>
            <a:rPr lang="es-ES" sz="1200" kern="1200" dirty="0" err="1" smtClean="0"/>
            <a:t>mentoring</a:t>
          </a:r>
          <a:r>
            <a:rPr lang="es-ES" sz="1200" kern="1200" dirty="0" smtClean="0"/>
            <a:t>, con alumnos voluntarios.</a:t>
          </a:r>
          <a:endParaRPr lang="es-ES" sz="1200" kern="1200" dirty="0"/>
        </a:p>
      </dsp:txBody>
      <dsp:txXfrm>
        <a:off x="1209" y="1067764"/>
        <a:ext cx="2677017" cy="723909"/>
      </dsp:txXfrm>
    </dsp:sp>
    <dsp:sp modelId="{5F6C78CD-C554-44E5-B42A-D0002E3425D6}">
      <dsp:nvSpPr>
        <dsp:cNvPr id="0" name=""/>
        <dsp:cNvSpPr/>
      </dsp:nvSpPr>
      <dsp:spPr>
        <a:xfrm>
          <a:off x="670463" y="2095716"/>
          <a:ext cx="193734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Intercambio cultural y lingüístico en </a:t>
          </a:r>
          <a:r>
            <a:rPr lang="es-ES" sz="900" kern="1200" dirty="0" err="1" smtClean="0"/>
            <a:t>duos</a:t>
          </a:r>
          <a:r>
            <a:rPr lang="es-ES" sz="900" kern="1200" dirty="0" smtClean="0"/>
            <a:t> o grupos pequeños</a:t>
          </a:r>
          <a:endParaRPr lang="es-ES" sz="900" kern="1200" dirty="0"/>
        </a:p>
      </dsp:txBody>
      <dsp:txXfrm>
        <a:off x="670463" y="2095716"/>
        <a:ext cx="1937341" cy="723909"/>
      </dsp:txXfrm>
    </dsp:sp>
    <dsp:sp modelId="{808432FC-A38E-4738-A6AA-A8B559A6C594}">
      <dsp:nvSpPr>
        <dsp:cNvPr id="0" name=""/>
        <dsp:cNvSpPr/>
      </dsp:nvSpPr>
      <dsp:spPr>
        <a:xfrm>
          <a:off x="2982269" y="1067764"/>
          <a:ext cx="2677017" cy="72390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s-ES" sz="1200" kern="1200" dirty="0" smtClean="0"/>
            <a:t>Fiestas y eventos interculturales</a:t>
          </a:r>
          <a:endParaRPr lang="es-ES" sz="1200" kern="1200" dirty="0"/>
        </a:p>
      </dsp:txBody>
      <dsp:txXfrm>
        <a:off x="2982269" y="1067764"/>
        <a:ext cx="2677017" cy="723909"/>
      </dsp:txXfrm>
    </dsp:sp>
    <dsp:sp modelId="{85E41ED6-0859-4DCA-952C-D1EB1AAD8CA9}">
      <dsp:nvSpPr>
        <dsp:cNvPr id="0" name=""/>
        <dsp:cNvSpPr/>
      </dsp:nvSpPr>
      <dsp:spPr>
        <a:xfrm>
          <a:off x="3651523" y="2095716"/>
          <a:ext cx="193734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Por nacionalidades / culturas, los alumnos explican sus diferencias culturales, bajo el eje común de la comida y costumbres</a:t>
          </a:r>
          <a:endParaRPr lang="es-ES" sz="900" kern="1200" dirty="0"/>
        </a:p>
      </dsp:txBody>
      <dsp:txXfrm>
        <a:off x="3651523" y="2095716"/>
        <a:ext cx="1937341" cy="723909"/>
      </dsp:txXfrm>
    </dsp:sp>
    <dsp:sp modelId="{6D96E52B-E383-432F-AA0E-225DDDB59626}">
      <dsp:nvSpPr>
        <dsp:cNvPr id="0" name=""/>
        <dsp:cNvSpPr/>
      </dsp:nvSpPr>
      <dsp:spPr>
        <a:xfrm>
          <a:off x="3651523" y="3123667"/>
          <a:ext cx="192777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Concursos tipo trivial de conocimiento intercultural (que se puede vincular al programa de </a:t>
          </a:r>
          <a:r>
            <a:rPr lang="es-ES" sz="900" kern="1200" dirty="0" err="1" smtClean="0"/>
            <a:t>mentoring</a:t>
          </a:r>
          <a:r>
            <a:rPr lang="es-ES" sz="900" kern="1200" dirty="0" smtClean="0"/>
            <a:t>)</a:t>
          </a:r>
          <a:endParaRPr lang="es-ES" sz="900" kern="1200" dirty="0"/>
        </a:p>
      </dsp:txBody>
      <dsp:txXfrm>
        <a:off x="3651523" y="3123667"/>
        <a:ext cx="1927771" cy="723909"/>
      </dsp:txXfrm>
    </dsp:sp>
    <dsp:sp modelId="{412FC457-9B4D-4A13-A03A-9B70E3BDDD0C}">
      <dsp:nvSpPr>
        <dsp:cNvPr id="0" name=""/>
        <dsp:cNvSpPr/>
      </dsp:nvSpPr>
      <dsp:spPr>
        <a:xfrm>
          <a:off x="5963328" y="1067764"/>
          <a:ext cx="2677017" cy="723909"/>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s-ES" sz="1200" kern="1200" dirty="0" smtClean="0"/>
            <a:t>Guía de buenas prácticas</a:t>
          </a:r>
          <a:endParaRPr lang="es-ES" sz="1200" kern="1200" dirty="0"/>
        </a:p>
      </dsp:txBody>
      <dsp:txXfrm>
        <a:off x="5963328" y="1067764"/>
        <a:ext cx="2677017" cy="723909"/>
      </dsp:txXfrm>
    </dsp:sp>
    <dsp:sp modelId="{9D91FC49-EF0D-4678-A44B-0355C79D1D83}">
      <dsp:nvSpPr>
        <dsp:cNvPr id="0" name=""/>
        <dsp:cNvSpPr/>
      </dsp:nvSpPr>
      <dsp:spPr>
        <a:xfrm>
          <a:off x="6632583" y="2095716"/>
          <a:ext cx="193734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Guía con recomendaciones para todos los colectivos involucrados (profesores, alumnos españoles y extranjeros, otro personal…)</a:t>
          </a:r>
        </a:p>
      </dsp:txBody>
      <dsp:txXfrm>
        <a:off x="6632583" y="2095716"/>
        <a:ext cx="1937341" cy="723909"/>
      </dsp:txXfrm>
    </dsp:sp>
    <dsp:sp modelId="{CB017756-1B4A-4878-AF2E-633DC5C07473}">
      <dsp:nvSpPr>
        <dsp:cNvPr id="0" name=""/>
        <dsp:cNvSpPr/>
      </dsp:nvSpPr>
      <dsp:spPr>
        <a:xfrm>
          <a:off x="6632583" y="3123667"/>
          <a:ext cx="1927771" cy="723909"/>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 tIns="5715" rIns="5715" bIns="5715" numCol="1" spcCol="1270" anchor="ctr" anchorCtr="0">
          <a:noAutofit/>
        </a:bodyPr>
        <a:lstStyle/>
        <a:p>
          <a:pPr lvl="0" algn="ctr" defTabSz="400050">
            <a:lnSpc>
              <a:spcPct val="90000"/>
            </a:lnSpc>
            <a:spcBef>
              <a:spcPct val="0"/>
            </a:spcBef>
            <a:spcAft>
              <a:spcPct val="35000"/>
            </a:spcAft>
          </a:pPr>
          <a:r>
            <a:rPr lang="es-ES" sz="900" kern="1200" dirty="0" smtClean="0"/>
            <a:t>Acciones de sensibilización de la comunidad universitaria</a:t>
          </a:r>
          <a:endParaRPr lang="es-ES" sz="900" kern="1200" dirty="0"/>
        </a:p>
      </dsp:txBody>
      <dsp:txXfrm>
        <a:off x="6632583" y="3123667"/>
        <a:ext cx="1927771" cy="723909"/>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Process3">
  <dgm:title val=""/>
  <dgm:desc val=""/>
  <dgm:catLst>
    <dgm:cat type="process" pri="11000"/>
    <dgm:cat type="convert"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2"/>
      </dgm:ptLst>
      <dgm:cxnLst>
        <dgm:cxn modelId="4" srcId="0" destId="1" srcOrd="0" destOrd="0"/>
        <dgm:cxn modelId="5" srcId="1" destId="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chPref val="3"/>
      <dgm:dir/>
      <dgm:animLvl val="lvl"/>
      <dgm:resizeHandles/>
    </dgm:varLst>
    <dgm:choose name="Name1">
      <dgm:if name="Name2" func="var" arg="dir" op="equ" val="norm">
        <dgm:alg type="lin">
          <dgm:param type="linDir" val="fromT"/>
          <dgm:param type="vertAlign" val="mid"/>
          <dgm:param type="nodeHorzAlign" val="l"/>
          <dgm:param type="nodeVertAlign" val="t"/>
          <dgm:param type="fallback" val="2D"/>
        </dgm:alg>
      </dgm:if>
      <dgm:else name="Name3">
        <dgm:alg type="lin">
          <dgm:param type="linDir" val="fromT"/>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w" for="des" forName="bigChev" refType="w"/>
      <dgm:constr type="h" for="des" forName="bigChev" refType="w" refFor="des" refForName="bigChev" op="equ" fact="0.4"/>
      <dgm:constr type="w" for="des" forName="node" refType="w" refFor="des" refForName="bigChev" fact="0.83"/>
      <dgm:constr type="h" for="des" forName="node" refType="w" refFor="des" refForName="node" op="equ" fact="0.4"/>
      <dgm:constr type="w" for="des" forName="parTrans" refType="w" refFor="des" refForName="bigChev" op="equ" fact="-0.13"/>
      <dgm:constr type="w" for="des" forName="sibTrans" refType="w" refFor="des" refForName="node" op="equ" fact="-0.14"/>
      <dgm:constr type="h" for="ch" forName="vSp" refType="h" refFor="des" refForName="bigChev" op="equ" fact="0.14"/>
      <dgm:constr type="primFontSz" for="des" forName="node" op="equ"/>
      <dgm:constr type="primFontSz" for="des" forName="bigChev" op="equ"/>
    </dgm:constrLst>
    <dgm:ruleLst/>
    <dgm:forEach name="Name4" axis="ch" ptType="node">
      <dgm:layoutNode name="horFlow">
        <dgm:choose name="Name5">
          <dgm:if name="Name6" func="var" arg="dir" op="equ" val="norm">
            <dgm:alg type="lin">
              <dgm:param type="linDir" val="fromL"/>
              <dgm:param type="nodeHorzAlign" val="l"/>
              <dgm:param type="nodeVertAlign" val="mid"/>
              <dgm:param type="fallback" val="2D"/>
            </dgm:alg>
          </dgm:if>
          <dgm:else name="Name7">
            <dgm:alg type="lin">
              <dgm:param type="linDir" val="fromR"/>
              <dgm:param type="nodeHorzAlign" val="r"/>
              <dgm:param type="nodeVertAlign" val="mid"/>
              <dgm:param type="fallback" val="2D"/>
            </dgm:alg>
          </dgm:else>
        </dgm:choose>
        <dgm:shape xmlns:r="http://schemas.openxmlformats.org/officeDocument/2006/relationships" r:blip="">
          <dgm:adjLst/>
        </dgm:shape>
        <dgm:presOf/>
        <dgm:constrLst/>
        <dgm:ruleLst/>
        <dgm:layoutNode name="bigChev" styleLbl="node1">
          <dgm:alg type="tx"/>
          <dgm:choose name="Name8">
            <dgm:if name="Name9" func="var" arg="dir" op="equ" val="norm">
              <dgm:shape xmlns:r="http://schemas.openxmlformats.org/officeDocument/2006/relationships" type="chevron" r:blip="">
                <dgm:adjLst/>
              </dgm:shape>
              <dgm:presOf axis="self"/>
              <dgm:constrLst>
                <dgm:constr type="primFontSz" val="65"/>
                <dgm:constr type="rMarg"/>
                <dgm:constr type="lMarg" refType="primFontSz" fact="0.1"/>
                <dgm:constr type="tMarg" refType="primFontSz" fact="0.05"/>
                <dgm:constr type="bMarg" refType="primFontSz" fact="0.05"/>
              </dgm:constrLst>
            </dgm:if>
            <dgm:else name="Name10">
              <dgm:shape xmlns:r="http://schemas.openxmlformats.org/officeDocument/2006/relationships" rot="180" type="chevron" r:blip="">
                <dgm:adjLst/>
              </dgm:shape>
              <dgm:presOf axis="self"/>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parTransForEach" axis="ch" ptType="parTrans" cnt="1">
          <dgm:layoutNode name="parTrans">
            <dgm:alg type="sp"/>
            <dgm:shape xmlns:r="http://schemas.openxmlformats.org/officeDocument/2006/relationships" r:blip="">
              <dgm:adjLst/>
            </dgm:shape>
            <dgm:presOf/>
            <dgm:constrLst/>
            <dgm:ruleLst/>
          </dgm:layoutNode>
        </dgm:forEach>
        <dgm:forEach name="Name11" axis="ch" ptType="node">
          <dgm:layoutNode name="node" styleLbl="alignAccFollowNode1">
            <dgm:varLst>
              <dgm:bulletEnabled val="1"/>
            </dgm:varLst>
            <dgm:alg type="tx"/>
            <dgm:choose name="Name12">
              <dgm:if name="Name13" func="var" arg="dir" op="equ" val="norm">
                <dgm:shape xmlns:r="http://schemas.openxmlformats.org/officeDocument/2006/relationships" type="chevron" r:blip="">
                  <dgm:adjLst/>
                </dgm:shape>
                <dgm:presOf axis="desOrSelf" ptType="node"/>
                <dgm:constrLst>
                  <dgm:constr type="primFontSz" val="65"/>
                  <dgm:constr type="rMarg"/>
                  <dgm:constr type="lMarg" refType="primFontSz" fact="0.1"/>
                  <dgm:constr type="tMarg" refType="primFontSz" fact="0.05"/>
                  <dgm:constr type="bMarg" refType="primFontSz" fact="0.05"/>
                </dgm:constrLst>
              </dgm:if>
              <dgm:else name="Name14">
                <dgm:shape xmlns:r="http://schemas.openxmlformats.org/officeDocument/2006/relationships" rot="180" type="chevron" r:blip="">
                  <dgm:adjLst/>
                </dgm:shape>
                <dgm:presOf axis="desOrSelf" ptType="node"/>
                <dgm:constrLst>
                  <dgm:constr type="primFontSz" val="65"/>
                  <dgm:constr type="lMarg"/>
                  <dgm:constr type="rMarg" refType="primFontSz" fact="0.1"/>
                  <dgm:constr type="tMarg" refType="primFontSz" fact="0.05"/>
                  <dgm:constr type="bMarg" refType="primFontSz" fact="0.05"/>
                </dgm:constrLst>
              </dgm:else>
            </dgm:choose>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choose name="Name15">
        <dgm:if name="Name16" axis="self" ptType="node" func="revPos" op="gte" val="2">
          <dgm:layoutNode name="vSp">
            <dgm:alg type="sp"/>
            <dgm:shape xmlns:r="http://schemas.openxmlformats.org/officeDocument/2006/relationships" r:blip="">
              <dgm:adjLst/>
            </dgm:shape>
            <dgm:presOf/>
            <dgm:constrLst/>
            <dgm:ruleLst/>
          </dgm:layoutNode>
        </dgm:if>
        <dgm:else name="Name17"/>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DD8D58-3A3F-466E-AD24-0D3DAA4D15BE}" type="datetimeFigureOut">
              <a:rPr lang="es-ES" smtClean="0"/>
              <a:pPr/>
              <a:t>12/03/2020</a:t>
            </a:fld>
            <a:endParaRPr lang="es-ES"/>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4A623CB-2681-485E-BF2A-44C5564A138A}" type="slidenum">
              <a:rPr lang="es-ES" smtClean="0"/>
              <a:pPr/>
              <a:t>‹Nº›</a:t>
            </a:fld>
            <a:endParaRPr lang="es-ES"/>
          </a:p>
        </p:txBody>
      </p:sp>
    </p:spTree>
    <p:extLst>
      <p:ext uri="{BB962C8B-B14F-4D97-AF65-F5344CB8AC3E}">
        <p14:creationId xmlns:p14="http://schemas.microsoft.com/office/powerpoint/2010/main" val="592973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fld id="{54A623CB-2681-485E-BF2A-44C5564A138A}" type="slidenum">
              <a:rPr lang="es-ES" smtClean="0"/>
              <a:pPr/>
              <a:t>1</a:t>
            </a:fld>
            <a:endParaRPr lang="es-ES"/>
          </a:p>
        </p:txBody>
      </p:sp>
    </p:spTree>
    <p:extLst>
      <p:ext uri="{BB962C8B-B14F-4D97-AF65-F5344CB8AC3E}">
        <p14:creationId xmlns:p14="http://schemas.microsoft.com/office/powerpoint/2010/main" val="1311044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54A623CB-2681-485E-BF2A-44C5564A138A}" type="slidenum">
              <a:rPr lang="es-ES" smtClean="0"/>
              <a:pPr/>
              <a:t>6</a:t>
            </a:fld>
            <a:endParaRPr lang="es-ES"/>
          </a:p>
        </p:txBody>
      </p:sp>
    </p:spTree>
    <p:extLst>
      <p:ext uri="{BB962C8B-B14F-4D97-AF65-F5344CB8AC3E}">
        <p14:creationId xmlns:p14="http://schemas.microsoft.com/office/powerpoint/2010/main" val="2957704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ángulo"/>
          <p:cNvSpPr/>
          <p:nvPr/>
        </p:nvSpPr>
        <p:spPr bwMode="invGray">
          <a:xfrm>
            <a:off x="0" y="2427734"/>
            <a:ext cx="9144000" cy="21021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rtl="0"/>
            <a:endParaRPr lang="es-ES" noProof="0" dirty="0"/>
          </a:p>
        </p:txBody>
      </p:sp>
      <p:sp>
        <p:nvSpPr>
          <p:cNvPr id="2" name="Título 1"/>
          <p:cNvSpPr>
            <a:spLocks noGrp="1"/>
          </p:cNvSpPr>
          <p:nvPr>
            <p:ph type="ctrTitle"/>
          </p:nvPr>
        </p:nvSpPr>
        <p:spPr>
          <a:xfrm>
            <a:off x="323528" y="2571750"/>
            <a:ext cx="8496944" cy="1152128"/>
          </a:xfrm>
        </p:spPr>
        <p:txBody>
          <a:bodyPr rtlCol="0" anchor="b">
            <a:normAutofit/>
          </a:bodyPr>
          <a:lstStyle>
            <a:lvl1pPr algn="l">
              <a:defRPr sz="3200">
                <a:solidFill>
                  <a:schemeClr val="tx1"/>
                </a:solidFill>
              </a:defRPr>
            </a:lvl1pPr>
          </a:lstStyle>
          <a:p>
            <a:pPr rtl="0"/>
            <a:r>
              <a:rPr lang="es-ES" noProof="0" smtClean="0"/>
              <a:t>Haga clic para modificar el estilo de título del patrón</a:t>
            </a:r>
            <a:endParaRPr lang="es-ES" noProof="0" dirty="0"/>
          </a:p>
        </p:txBody>
      </p:sp>
      <p:sp>
        <p:nvSpPr>
          <p:cNvPr id="3" name="Subtítulo 2"/>
          <p:cNvSpPr>
            <a:spLocks noGrp="1"/>
          </p:cNvSpPr>
          <p:nvPr>
            <p:ph type="subTitle" idx="1"/>
          </p:nvPr>
        </p:nvSpPr>
        <p:spPr>
          <a:xfrm>
            <a:off x="323529" y="3795886"/>
            <a:ext cx="8496944" cy="720080"/>
          </a:xfrm>
        </p:spPr>
        <p:txBody>
          <a:bodyPr rtlCol="0">
            <a:normAutofit/>
          </a:bodyPr>
          <a:lstStyle>
            <a:lvl1pPr marL="0" indent="0" algn="l">
              <a:spcBef>
                <a:spcPts val="0"/>
              </a:spcBef>
              <a:buNone/>
              <a:defRPr sz="1400">
                <a:solidFill>
                  <a:schemeClr val="accent1"/>
                </a:solidFill>
              </a:defRPr>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rtl="0"/>
            <a:r>
              <a:rPr lang="es-ES" noProof="0" smtClean="0"/>
              <a:t>Haga clic para modificar el estilo de subtítulo del patrón</a:t>
            </a:r>
            <a:endParaRPr lang="es-ES" noProof="0" dirty="0"/>
          </a:p>
        </p:txBody>
      </p:sp>
      <p:sp>
        <p:nvSpPr>
          <p:cNvPr id="5" name="Marcador de posición de pie de página 3"/>
          <p:cNvSpPr>
            <a:spLocks noGrp="1"/>
          </p:cNvSpPr>
          <p:nvPr>
            <p:ph type="ftr" sz="quarter" idx="3"/>
          </p:nvPr>
        </p:nvSpPr>
        <p:spPr>
          <a:xfrm>
            <a:off x="2722270" y="4909747"/>
            <a:ext cx="6331619" cy="171928"/>
          </a:xfrm>
          <a:prstGeom prst="rect">
            <a:avLst/>
          </a:prstGeom>
        </p:spPr>
        <p:txBody>
          <a:bodyPr vert="horz" lIns="68580" tIns="34290" rIns="68580" bIns="34290" rtlCol="0" anchor="ctr"/>
          <a:lstStyle>
            <a:lvl1pPr algn="r">
              <a:defRPr sz="800">
                <a:solidFill>
                  <a:schemeClr val="bg1">
                    <a:lumMod val="40000"/>
                    <a:lumOff val="60000"/>
                  </a:schemeClr>
                </a:solidFill>
              </a:defRPr>
            </a:lvl1pPr>
          </a:lstStyle>
          <a:p>
            <a:r>
              <a:rPr lang="es-ES" smtClean="0"/>
              <a:t>El trabajo fin de curso</a:t>
            </a:r>
            <a:endParaRPr lang="es-ES"/>
          </a:p>
        </p:txBody>
      </p:sp>
    </p:spTree>
    <p:extLst>
      <p:ext uri="{BB962C8B-B14F-4D97-AF65-F5344CB8AC3E}">
        <p14:creationId xmlns:p14="http://schemas.microsoft.com/office/powerpoint/2010/main" val="630729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contenido">
    <p:spTree>
      <p:nvGrpSpPr>
        <p:cNvPr id="1" name=""/>
        <p:cNvGrpSpPr/>
        <p:nvPr/>
      </p:nvGrpSpPr>
      <p:grpSpPr>
        <a:xfrm>
          <a:off x="0" y="0"/>
          <a:ext cx="0" cy="0"/>
          <a:chOff x="0" y="0"/>
          <a:chExt cx="0" cy="0"/>
        </a:xfrm>
      </p:grpSpPr>
      <p:sp>
        <p:nvSpPr>
          <p:cNvPr id="2" name="Título 1"/>
          <p:cNvSpPr>
            <a:spLocks noGrp="1"/>
          </p:cNvSpPr>
          <p:nvPr>
            <p:ph type="title"/>
          </p:nvPr>
        </p:nvSpPr>
        <p:spPr>
          <a:xfrm>
            <a:off x="251520" y="123478"/>
            <a:ext cx="8640960" cy="576064"/>
          </a:xfrm>
        </p:spPr>
        <p:txBody>
          <a:bodyPr rtlCol="0"/>
          <a:lstStyle/>
          <a:p>
            <a:pPr rtl="0"/>
            <a:r>
              <a:rPr lang="es-ES" noProof="0" smtClean="0"/>
              <a:t>Haga clic para modificar el estilo de título del patrón</a:t>
            </a:r>
            <a:endParaRPr lang="es-ES" noProof="0" dirty="0"/>
          </a:p>
        </p:txBody>
      </p:sp>
      <p:sp>
        <p:nvSpPr>
          <p:cNvPr id="3" name="Marcador de posición de contenido 2"/>
          <p:cNvSpPr>
            <a:spLocks noGrp="1"/>
          </p:cNvSpPr>
          <p:nvPr>
            <p:ph idx="1"/>
          </p:nvPr>
        </p:nvSpPr>
        <p:spPr>
          <a:xfrm>
            <a:off x="251520" y="843558"/>
            <a:ext cx="8640960" cy="3888432"/>
          </a:xfrm>
        </p:spPr>
        <p:txBody>
          <a:bodyPr rtlCol="0"/>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5" name="Marcador de posición de pie de página 3"/>
          <p:cNvSpPr>
            <a:spLocks noGrp="1"/>
          </p:cNvSpPr>
          <p:nvPr>
            <p:ph type="ftr" sz="quarter" idx="11"/>
          </p:nvPr>
        </p:nvSpPr>
        <p:spPr/>
        <p:txBody>
          <a:bodyPr rtlCol="0"/>
          <a:lstStyle/>
          <a:p>
            <a:r>
              <a:rPr lang="es-ES" smtClean="0"/>
              <a:t>El trabajo fin de curso</a:t>
            </a:r>
            <a:endParaRPr lang="es-ES"/>
          </a:p>
        </p:txBody>
      </p:sp>
      <p:sp>
        <p:nvSpPr>
          <p:cNvPr id="4" name="Marcador de posición de fecha 4"/>
          <p:cNvSpPr>
            <a:spLocks noGrp="1"/>
          </p:cNvSpPr>
          <p:nvPr>
            <p:ph type="dt" sz="half" idx="10"/>
          </p:nvPr>
        </p:nvSpPr>
        <p:spPr/>
        <p:txBody>
          <a:bodyPr rtlCol="0"/>
          <a:lstStyle/>
          <a:p>
            <a:endParaRPr lang="es-ES"/>
          </a:p>
        </p:txBody>
      </p:sp>
      <p:sp>
        <p:nvSpPr>
          <p:cNvPr id="6" name="Marcador de posición de número de diapositiva 5"/>
          <p:cNvSpPr>
            <a:spLocks noGrp="1"/>
          </p:cNvSpPr>
          <p:nvPr>
            <p:ph type="sldNum" sz="quarter" idx="12"/>
          </p:nvPr>
        </p:nvSpPr>
        <p:spPr/>
        <p:txBody>
          <a:bodyPr rtlCol="0"/>
          <a:lstStyle/>
          <a:p>
            <a:fld id="{80EE0109-717C-4AF3-BDA5-863E3015DB6C}" type="slidenum">
              <a:rPr lang="es-ES" smtClean="0"/>
              <a:pPr/>
              <a:t>‹Nº›</a:t>
            </a:fld>
            <a:endParaRPr lang="es-ES"/>
          </a:p>
        </p:txBody>
      </p:sp>
    </p:spTree>
    <p:extLst>
      <p:ext uri="{BB962C8B-B14F-4D97-AF65-F5344CB8AC3E}">
        <p14:creationId xmlns:p14="http://schemas.microsoft.com/office/powerpoint/2010/main" val="321557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Encabezado de sección">
    <p:spTree>
      <p:nvGrpSpPr>
        <p:cNvPr id="1" name=""/>
        <p:cNvGrpSpPr/>
        <p:nvPr/>
      </p:nvGrpSpPr>
      <p:grpSpPr>
        <a:xfrm>
          <a:off x="0" y="0"/>
          <a:ext cx="0" cy="0"/>
          <a:chOff x="0" y="0"/>
          <a:chExt cx="0" cy="0"/>
        </a:xfrm>
      </p:grpSpPr>
      <p:sp>
        <p:nvSpPr>
          <p:cNvPr id="7" name="Rectángulo 6"/>
          <p:cNvSpPr/>
          <p:nvPr/>
        </p:nvSpPr>
        <p:spPr bwMode="ltGray">
          <a:xfrm>
            <a:off x="0" y="2457450"/>
            <a:ext cx="9144000" cy="20724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rtl="0"/>
            <a:endParaRPr lang="es-ES" noProof="0" dirty="0"/>
          </a:p>
        </p:txBody>
      </p:sp>
      <p:sp>
        <p:nvSpPr>
          <p:cNvPr id="2" name="Título 1"/>
          <p:cNvSpPr>
            <a:spLocks noGrp="1"/>
          </p:cNvSpPr>
          <p:nvPr>
            <p:ph type="title"/>
          </p:nvPr>
        </p:nvSpPr>
        <p:spPr>
          <a:xfrm>
            <a:off x="630936" y="2571751"/>
            <a:ext cx="7200900" cy="1378889"/>
          </a:xfrm>
        </p:spPr>
        <p:txBody>
          <a:bodyPr rtlCol="0" anchor="b">
            <a:normAutofit/>
          </a:bodyPr>
          <a:lstStyle>
            <a:lvl1pPr>
              <a:defRPr sz="3900">
                <a:solidFill>
                  <a:schemeClr val="bg1"/>
                </a:solidFill>
              </a:defRPr>
            </a:lvl1pPr>
          </a:lstStyle>
          <a:p>
            <a:pPr rtl="0"/>
            <a:r>
              <a:rPr lang="es-ES" noProof="0" smtClean="0"/>
              <a:t>Haga clic para modificar el estilo de título del patrón</a:t>
            </a:r>
            <a:endParaRPr lang="es-ES" noProof="0" dirty="0"/>
          </a:p>
        </p:txBody>
      </p:sp>
      <p:sp>
        <p:nvSpPr>
          <p:cNvPr id="3" name="Marcador de posición de texto 2"/>
          <p:cNvSpPr>
            <a:spLocks noGrp="1"/>
          </p:cNvSpPr>
          <p:nvPr>
            <p:ph type="body" idx="1"/>
          </p:nvPr>
        </p:nvSpPr>
        <p:spPr>
          <a:xfrm>
            <a:off x="630936" y="4005072"/>
            <a:ext cx="7200900" cy="356616"/>
          </a:xfrm>
        </p:spPr>
        <p:txBody>
          <a:bodyPr rtlCol="0"/>
          <a:lstStyle>
            <a:lvl1pPr marL="0" indent="0">
              <a:spcBef>
                <a:spcPts val="0"/>
              </a:spcBef>
              <a:buNone/>
              <a:defRPr sz="1800">
                <a:solidFill>
                  <a:schemeClr val="bg1"/>
                </a:solidFill>
              </a:defRPr>
            </a:lvl1pPr>
            <a:lvl2pPr marL="342900" indent="0">
              <a:buNone/>
              <a:defRPr sz="1500"/>
            </a:lvl2pPr>
            <a:lvl3pPr marL="685800" indent="0">
              <a:buNone/>
              <a:defRPr sz="14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pPr lvl="0" rtl="0"/>
            <a:r>
              <a:rPr lang="es-ES" noProof="0" smtClean="0"/>
              <a:t>Haga clic para modificar el estilo de texto del patrón</a:t>
            </a:r>
          </a:p>
        </p:txBody>
      </p:sp>
      <p:sp>
        <p:nvSpPr>
          <p:cNvPr id="5" name="Marcador de posición de pie de página 3"/>
          <p:cNvSpPr>
            <a:spLocks noGrp="1"/>
          </p:cNvSpPr>
          <p:nvPr>
            <p:ph type="ftr" sz="quarter" idx="3"/>
          </p:nvPr>
        </p:nvSpPr>
        <p:spPr>
          <a:xfrm>
            <a:off x="2722270" y="4909747"/>
            <a:ext cx="6331619" cy="171928"/>
          </a:xfrm>
          <a:prstGeom prst="rect">
            <a:avLst/>
          </a:prstGeom>
        </p:spPr>
        <p:txBody>
          <a:bodyPr vert="horz" lIns="68580" tIns="34290" rIns="68580" bIns="34290" rtlCol="0" anchor="ctr"/>
          <a:lstStyle>
            <a:lvl1pPr algn="r">
              <a:defRPr sz="800">
                <a:solidFill>
                  <a:schemeClr val="bg1">
                    <a:lumMod val="40000"/>
                    <a:lumOff val="60000"/>
                  </a:schemeClr>
                </a:solidFill>
              </a:defRPr>
            </a:lvl1pPr>
          </a:lstStyle>
          <a:p>
            <a:r>
              <a:rPr lang="es-ES" smtClean="0"/>
              <a:t>El trabajo fin de curso</a:t>
            </a:r>
            <a:endParaRPr lang="es-ES"/>
          </a:p>
        </p:txBody>
      </p:sp>
    </p:spTree>
    <p:extLst>
      <p:ext uri="{BB962C8B-B14F-4D97-AF65-F5344CB8AC3E}">
        <p14:creationId xmlns:p14="http://schemas.microsoft.com/office/powerpoint/2010/main" val="191735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251520" y="128656"/>
            <a:ext cx="8640960" cy="498878"/>
          </a:xfrm>
        </p:spPr>
        <p:txBody>
          <a:bodyPr rtlCol="0"/>
          <a:lstStyle/>
          <a:p>
            <a:pPr rtl="0"/>
            <a:r>
              <a:rPr lang="es-ES" noProof="0" smtClean="0"/>
              <a:t>Haga clic para modificar el estilo de título del patrón</a:t>
            </a:r>
            <a:endParaRPr lang="es-ES" noProof="0" dirty="0"/>
          </a:p>
        </p:txBody>
      </p:sp>
      <p:sp>
        <p:nvSpPr>
          <p:cNvPr id="3" name="Marcador de posición de contenido 2"/>
          <p:cNvSpPr>
            <a:spLocks noGrp="1"/>
          </p:cNvSpPr>
          <p:nvPr>
            <p:ph sz="half" idx="1"/>
          </p:nvPr>
        </p:nvSpPr>
        <p:spPr>
          <a:xfrm>
            <a:off x="251520" y="771550"/>
            <a:ext cx="4248472" cy="3960440"/>
          </a:xfrm>
        </p:spPr>
        <p:txBody>
          <a:bodyPr rtlCol="0">
            <a:normAutofit/>
          </a:bodyPr>
          <a:lstStyle>
            <a:lvl1pPr>
              <a:defRPr sz="1500"/>
            </a:lvl1pPr>
            <a:lvl2pPr>
              <a:defRPr sz="1400"/>
            </a:lvl2pPr>
            <a:lvl3pPr>
              <a:defRPr sz="1200"/>
            </a:lvl3pPr>
            <a:lvl4pPr>
              <a:defRPr sz="1100"/>
            </a:lvl4pPr>
            <a:lvl5pPr>
              <a:defRPr sz="1100"/>
            </a:lvl5pPr>
            <a:lvl6pPr>
              <a:defRPr sz="1400"/>
            </a:lvl6pPr>
            <a:lvl7pPr>
              <a:defRPr sz="1400"/>
            </a:lvl7pPr>
            <a:lvl8pPr>
              <a:defRPr sz="1400"/>
            </a:lvl8pPr>
            <a:lvl9pPr>
              <a:defRPr sz="1400"/>
            </a:lvl9pPr>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4" name="Marcador de posición de contenido 3"/>
          <p:cNvSpPr>
            <a:spLocks noGrp="1"/>
          </p:cNvSpPr>
          <p:nvPr>
            <p:ph sz="half" idx="2"/>
          </p:nvPr>
        </p:nvSpPr>
        <p:spPr>
          <a:xfrm>
            <a:off x="4644008" y="771550"/>
            <a:ext cx="4248472" cy="3960440"/>
          </a:xfrm>
        </p:spPr>
        <p:txBody>
          <a:bodyPr rtlCol="0">
            <a:normAutofit/>
          </a:bodyPr>
          <a:lstStyle>
            <a:lvl1pPr>
              <a:defRPr sz="1500"/>
            </a:lvl1pPr>
            <a:lvl2pPr>
              <a:defRPr sz="1400"/>
            </a:lvl2pPr>
            <a:lvl3pPr>
              <a:defRPr sz="1200"/>
            </a:lvl3pPr>
            <a:lvl4pPr>
              <a:defRPr sz="1100"/>
            </a:lvl4pPr>
            <a:lvl5pPr>
              <a:defRPr sz="1100"/>
            </a:lvl5pPr>
            <a:lvl6pPr>
              <a:defRPr sz="1400"/>
            </a:lvl6pPr>
            <a:lvl7pPr>
              <a:defRPr sz="1400"/>
            </a:lvl7pPr>
            <a:lvl8pPr>
              <a:defRPr sz="1400"/>
            </a:lvl8pPr>
            <a:lvl9pPr>
              <a:defRPr sz="1400"/>
            </a:lvl9pPr>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6" name="Marcador de posición de pie de página 4"/>
          <p:cNvSpPr>
            <a:spLocks noGrp="1"/>
          </p:cNvSpPr>
          <p:nvPr>
            <p:ph type="ftr" sz="quarter" idx="11"/>
          </p:nvPr>
        </p:nvSpPr>
        <p:spPr/>
        <p:txBody>
          <a:bodyPr rtlCol="0"/>
          <a:lstStyle/>
          <a:p>
            <a:r>
              <a:rPr lang="es-ES" smtClean="0"/>
              <a:t>El trabajo fin de curso</a:t>
            </a:r>
            <a:endParaRPr lang="es-ES"/>
          </a:p>
        </p:txBody>
      </p:sp>
      <p:sp>
        <p:nvSpPr>
          <p:cNvPr id="5" name="Marcador de posición de fecha 5"/>
          <p:cNvSpPr>
            <a:spLocks noGrp="1"/>
          </p:cNvSpPr>
          <p:nvPr>
            <p:ph type="dt" sz="half" idx="10"/>
          </p:nvPr>
        </p:nvSpPr>
        <p:spPr/>
        <p:txBody>
          <a:bodyPr rtlCol="0"/>
          <a:lstStyle/>
          <a:p>
            <a:endParaRPr lang="es-ES"/>
          </a:p>
        </p:txBody>
      </p:sp>
      <p:sp>
        <p:nvSpPr>
          <p:cNvPr id="7" name="Marcador de posición de número de diapositiva 6"/>
          <p:cNvSpPr>
            <a:spLocks noGrp="1"/>
          </p:cNvSpPr>
          <p:nvPr>
            <p:ph type="sldNum" sz="quarter" idx="12"/>
          </p:nvPr>
        </p:nvSpPr>
        <p:spPr/>
        <p:txBody>
          <a:bodyPr rtlCol="0"/>
          <a:lstStyle/>
          <a:p>
            <a:fld id="{80EE0109-717C-4AF3-BDA5-863E3015DB6C}" type="slidenum">
              <a:rPr lang="es-ES" smtClean="0"/>
              <a:pPr/>
              <a:t>‹Nº›</a:t>
            </a:fld>
            <a:endParaRPr lang="es-ES"/>
          </a:p>
        </p:txBody>
      </p:sp>
    </p:spTree>
    <p:extLst>
      <p:ext uri="{BB962C8B-B14F-4D97-AF65-F5344CB8AC3E}">
        <p14:creationId xmlns:p14="http://schemas.microsoft.com/office/powerpoint/2010/main" val="39631723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smtClean="0"/>
              <a:t>Haga clic para modificar el estilo de título del patrón</a:t>
            </a:r>
            <a:endParaRPr lang="es-ES" noProof="0" dirty="0"/>
          </a:p>
        </p:txBody>
      </p:sp>
      <p:sp>
        <p:nvSpPr>
          <p:cNvPr id="3" name="Marcador de posición de texto 2"/>
          <p:cNvSpPr>
            <a:spLocks noGrp="1"/>
          </p:cNvSpPr>
          <p:nvPr>
            <p:ph type="body" idx="1"/>
          </p:nvPr>
        </p:nvSpPr>
        <p:spPr>
          <a:xfrm>
            <a:off x="629841" y="1371600"/>
            <a:ext cx="3771900" cy="514350"/>
          </a:xfrm>
        </p:spPr>
        <p:txBody>
          <a:bodyPr rtlCol="0" anchor="ctr">
            <a:normAutofit/>
          </a:bodyPr>
          <a:lstStyle>
            <a:lvl1pPr marL="0" indent="0">
              <a:spcBef>
                <a:spcPts val="750"/>
              </a:spcBef>
              <a:buNone/>
              <a:defRPr sz="15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smtClean="0"/>
              <a:t>Haga clic para modificar el estilo de texto del patrón</a:t>
            </a:r>
          </a:p>
        </p:txBody>
      </p:sp>
      <p:sp>
        <p:nvSpPr>
          <p:cNvPr id="4" name="Marcador de posición de contenido 3"/>
          <p:cNvSpPr>
            <a:spLocks noGrp="1"/>
          </p:cNvSpPr>
          <p:nvPr>
            <p:ph sz="half" idx="2"/>
          </p:nvPr>
        </p:nvSpPr>
        <p:spPr>
          <a:xfrm>
            <a:off x="629841" y="1885951"/>
            <a:ext cx="3771900" cy="2756297"/>
          </a:xfrm>
        </p:spPr>
        <p:txBody>
          <a:bodyPr rtlCol="0">
            <a:normAutofit/>
          </a:bodyPr>
          <a:lstStyle>
            <a:lvl1pPr>
              <a:defRPr sz="1500"/>
            </a:lvl1pPr>
            <a:lvl2pPr>
              <a:defRPr sz="1400"/>
            </a:lvl2pPr>
            <a:lvl3pPr>
              <a:defRPr sz="1200"/>
            </a:lvl3pPr>
            <a:lvl4pPr>
              <a:defRPr sz="1100"/>
            </a:lvl4pPr>
            <a:lvl5pPr>
              <a:defRPr sz="1100"/>
            </a:lvl5pPr>
            <a:lvl6pPr>
              <a:defRPr sz="1200"/>
            </a:lvl6pPr>
            <a:lvl7pPr>
              <a:defRPr sz="1200"/>
            </a:lvl7pPr>
            <a:lvl8pPr>
              <a:defRPr sz="1200"/>
            </a:lvl8pPr>
            <a:lvl9pPr>
              <a:defRPr sz="1200"/>
            </a:lvl9pPr>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5" name="Marcador de posición de texto 4"/>
          <p:cNvSpPr>
            <a:spLocks noGrp="1"/>
          </p:cNvSpPr>
          <p:nvPr>
            <p:ph type="body" sz="quarter" idx="3"/>
          </p:nvPr>
        </p:nvSpPr>
        <p:spPr>
          <a:xfrm>
            <a:off x="4744641" y="1371600"/>
            <a:ext cx="3771900" cy="514350"/>
          </a:xfrm>
        </p:spPr>
        <p:txBody>
          <a:bodyPr rtlCol="0" anchor="ctr">
            <a:normAutofit/>
          </a:bodyPr>
          <a:lstStyle>
            <a:lvl1pPr marL="0" indent="0">
              <a:spcBef>
                <a:spcPts val="750"/>
              </a:spcBef>
              <a:buNone/>
              <a:defRPr sz="15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rtl="0"/>
            <a:r>
              <a:rPr lang="es-ES" noProof="0" smtClean="0"/>
              <a:t>Haga clic para modificar el estilo de texto del patrón</a:t>
            </a:r>
          </a:p>
        </p:txBody>
      </p:sp>
      <p:sp>
        <p:nvSpPr>
          <p:cNvPr id="6" name="Marcador de posición de contenido 5"/>
          <p:cNvSpPr>
            <a:spLocks noGrp="1"/>
          </p:cNvSpPr>
          <p:nvPr>
            <p:ph sz="quarter" idx="4"/>
          </p:nvPr>
        </p:nvSpPr>
        <p:spPr>
          <a:xfrm>
            <a:off x="4744641" y="1885951"/>
            <a:ext cx="3771900" cy="2756297"/>
          </a:xfrm>
        </p:spPr>
        <p:txBody>
          <a:bodyPr rtlCol="0">
            <a:normAutofit/>
          </a:bodyPr>
          <a:lstStyle>
            <a:lvl1pPr>
              <a:defRPr sz="1500"/>
            </a:lvl1pPr>
            <a:lvl2pPr>
              <a:defRPr sz="1400"/>
            </a:lvl2pPr>
            <a:lvl3pPr>
              <a:defRPr sz="1200"/>
            </a:lvl3pPr>
            <a:lvl4pPr>
              <a:defRPr sz="1100"/>
            </a:lvl4pPr>
            <a:lvl5pPr>
              <a:defRPr sz="1100"/>
            </a:lvl5pPr>
            <a:lvl6pPr>
              <a:defRPr sz="1200"/>
            </a:lvl6pPr>
            <a:lvl7pPr>
              <a:defRPr sz="1200"/>
            </a:lvl7pPr>
            <a:lvl8pPr>
              <a:defRPr sz="1200"/>
            </a:lvl8pPr>
            <a:lvl9pPr>
              <a:defRPr sz="1200"/>
            </a:lvl9pPr>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8" name="Marcador de posición de pie de página 6"/>
          <p:cNvSpPr>
            <a:spLocks noGrp="1"/>
          </p:cNvSpPr>
          <p:nvPr>
            <p:ph type="ftr" sz="quarter" idx="11"/>
          </p:nvPr>
        </p:nvSpPr>
        <p:spPr/>
        <p:txBody>
          <a:bodyPr rtlCol="0"/>
          <a:lstStyle/>
          <a:p>
            <a:r>
              <a:rPr lang="es-ES" smtClean="0"/>
              <a:t>El trabajo fin de curso</a:t>
            </a:r>
            <a:endParaRPr lang="es-ES"/>
          </a:p>
        </p:txBody>
      </p:sp>
      <p:sp>
        <p:nvSpPr>
          <p:cNvPr id="7" name="Marcador de posición de fecha 7"/>
          <p:cNvSpPr>
            <a:spLocks noGrp="1"/>
          </p:cNvSpPr>
          <p:nvPr>
            <p:ph type="dt" sz="half" idx="10"/>
          </p:nvPr>
        </p:nvSpPr>
        <p:spPr/>
        <p:txBody>
          <a:bodyPr rtlCol="0"/>
          <a:lstStyle/>
          <a:p>
            <a:endParaRPr lang="es-ES"/>
          </a:p>
        </p:txBody>
      </p:sp>
      <p:sp>
        <p:nvSpPr>
          <p:cNvPr id="9" name="Marcador de posición de número de diapositiva 8"/>
          <p:cNvSpPr>
            <a:spLocks noGrp="1"/>
          </p:cNvSpPr>
          <p:nvPr>
            <p:ph type="sldNum" sz="quarter" idx="12"/>
          </p:nvPr>
        </p:nvSpPr>
        <p:spPr/>
        <p:txBody>
          <a:bodyPr rtlCol="0"/>
          <a:lstStyle/>
          <a:p>
            <a:fld id="{80EE0109-717C-4AF3-BDA5-863E3015DB6C}" type="slidenum">
              <a:rPr lang="es-ES" smtClean="0"/>
              <a:pPr/>
              <a:t>‹Nº›</a:t>
            </a:fld>
            <a:endParaRPr lang="es-ES"/>
          </a:p>
        </p:txBody>
      </p:sp>
    </p:spTree>
    <p:extLst>
      <p:ext uri="{BB962C8B-B14F-4D97-AF65-F5344CB8AC3E}">
        <p14:creationId xmlns:p14="http://schemas.microsoft.com/office/powerpoint/2010/main" val="1447994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smtClean="0"/>
              <a:t>Haga clic para modificar el estilo de título del patrón</a:t>
            </a:r>
            <a:endParaRPr lang="es-ES" noProof="0" dirty="0"/>
          </a:p>
        </p:txBody>
      </p:sp>
      <p:sp>
        <p:nvSpPr>
          <p:cNvPr id="4" name="Marcador de posición de pie de página 2"/>
          <p:cNvSpPr>
            <a:spLocks noGrp="1"/>
          </p:cNvSpPr>
          <p:nvPr>
            <p:ph type="ftr" sz="quarter" idx="11"/>
          </p:nvPr>
        </p:nvSpPr>
        <p:spPr/>
        <p:txBody>
          <a:bodyPr rtlCol="0"/>
          <a:lstStyle/>
          <a:p>
            <a:r>
              <a:rPr lang="es-ES" smtClean="0"/>
              <a:t>El trabajo fin de curso</a:t>
            </a:r>
            <a:endParaRPr lang="es-ES"/>
          </a:p>
        </p:txBody>
      </p:sp>
      <p:sp>
        <p:nvSpPr>
          <p:cNvPr id="3" name="Marcador de posición de fecha 3"/>
          <p:cNvSpPr>
            <a:spLocks noGrp="1"/>
          </p:cNvSpPr>
          <p:nvPr>
            <p:ph type="dt" sz="half" idx="10"/>
          </p:nvPr>
        </p:nvSpPr>
        <p:spPr/>
        <p:txBody>
          <a:bodyPr rtlCol="0"/>
          <a:lstStyle>
            <a:lvl1pPr>
              <a:defRPr/>
            </a:lvl1pPr>
          </a:lstStyle>
          <a:p>
            <a:endParaRPr lang="es-ES"/>
          </a:p>
        </p:txBody>
      </p:sp>
      <p:sp>
        <p:nvSpPr>
          <p:cNvPr id="5" name="Marcador de posición de número de diapositiva 4"/>
          <p:cNvSpPr>
            <a:spLocks noGrp="1"/>
          </p:cNvSpPr>
          <p:nvPr>
            <p:ph type="sldNum" sz="quarter" idx="12"/>
          </p:nvPr>
        </p:nvSpPr>
        <p:spPr/>
        <p:txBody>
          <a:bodyPr rtlCol="0"/>
          <a:lstStyle/>
          <a:p>
            <a:fld id="{80EE0109-717C-4AF3-BDA5-863E3015DB6C}" type="slidenum">
              <a:rPr lang="es-ES" smtClean="0"/>
              <a:pPr/>
              <a:t>‹Nº›</a:t>
            </a:fld>
            <a:endParaRPr lang="es-ES"/>
          </a:p>
        </p:txBody>
      </p:sp>
    </p:spTree>
    <p:extLst>
      <p:ext uri="{BB962C8B-B14F-4D97-AF65-F5344CB8AC3E}">
        <p14:creationId xmlns:p14="http://schemas.microsoft.com/office/powerpoint/2010/main" val="3956345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3" name="Marcador de pie de página 1"/>
          <p:cNvSpPr>
            <a:spLocks noGrp="1"/>
          </p:cNvSpPr>
          <p:nvPr>
            <p:ph type="ftr" sz="quarter" idx="11"/>
          </p:nvPr>
        </p:nvSpPr>
        <p:spPr/>
        <p:txBody>
          <a:bodyPr rtlCol="0"/>
          <a:lstStyle/>
          <a:p>
            <a:r>
              <a:rPr lang="es-ES" smtClean="0"/>
              <a:t>El trabajo fin de curso</a:t>
            </a:r>
            <a:endParaRPr lang="es-ES"/>
          </a:p>
        </p:txBody>
      </p:sp>
      <p:sp>
        <p:nvSpPr>
          <p:cNvPr id="2" name="Marcador de posición de fecha 2"/>
          <p:cNvSpPr>
            <a:spLocks noGrp="1"/>
          </p:cNvSpPr>
          <p:nvPr>
            <p:ph type="dt" sz="half" idx="10"/>
          </p:nvPr>
        </p:nvSpPr>
        <p:spPr/>
        <p:txBody>
          <a:bodyPr rtlCol="0"/>
          <a:lstStyle>
            <a:lvl1pPr>
              <a:defRPr/>
            </a:lvl1pPr>
          </a:lstStyle>
          <a:p>
            <a:endParaRPr lang="es-ES"/>
          </a:p>
        </p:txBody>
      </p:sp>
      <p:sp>
        <p:nvSpPr>
          <p:cNvPr id="4" name="Marcador de posición de número de diapositiva 3"/>
          <p:cNvSpPr>
            <a:spLocks noGrp="1"/>
          </p:cNvSpPr>
          <p:nvPr>
            <p:ph type="sldNum" sz="quarter" idx="12"/>
          </p:nvPr>
        </p:nvSpPr>
        <p:spPr/>
        <p:txBody>
          <a:bodyPr rtlCol="0"/>
          <a:lstStyle/>
          <a:p>
            <a:fld id="{80EE0109-717C-4AF3-BDA5-863E3015DB6C}" type="slidenum">
              <a:rPr lang="es-ES" smtClean="0"/>
              <a:pPr/>
              <a:t>‹Nº›</a:t>
            </a:fld>
            <a:endParaRPr lang="es-ES"/>
          </a:p>
        </p:txBody>
      </p:sp>
    </p:spTree>
    <p:extLst>
      <p:ext uri="{BB962C8B-B14F-4D97-AF65-F5344CB8AC3E}">
        <p14:creationId xmlns:p14="http://schemas.microsoft.com/office/powerpoint/2010/main" val="36673011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5943600" y="1143000"/>
            <a:ext cx="2571750" cy="1428750"/>
          </a:xfrm>
        </p:spPr>
        <p:txBody>
          <a:bodyPr rtlCol="0" anchor="b">
            <a:normAutofit/>
          </a:bodyPr>
          <a:lstStyle>
            <a:lvl1pPr>
              <a:defRPr sz="2600"/>
            </a:lvl1pPr>
          </a:lstStyle>
          <a:p>
            <a:pPr rtl="0"/>
            <a:r>
              <a:rPr lang="es-ES" noProof="0" smtClean="0"/>
              <a:t>Haga clic para modificar el estilo de título del patrón</a:t>
            </a:r>
            <a:endParaRPr lang="es-ES" noProof="0" dirty="0"/>
          </a:p>
        </p:txBody>
      </p:sp>
      <p:sp>
        <p:nvSpPr>
          <p:cNvPr id="3" name="Marcador de posición de contenido 2"/>
          <p:cNvSpPr>
            <a:spLocks noGrp="1"/>
          </p:cNvSpPr>
          <p:nvPr>
            <p:ph idx="1"/>
          </p:nvPr>
        </p:nvSpPr>
        <p:spPr>
          <a:xfrm>
            <a:off x="628650" y="514350"/>
            <a:ext cx="4800600" cy="3943350"/>
          </a:xfrm>
        </p:spPr>
        <p:txBody>
          <a:bodyPr rtlCol="0">
            <a:normAutofit/>
          </a:bodyPr>
          <a:lstStyle>
            <a:lvl1pPr>
              <a:defRPr sz="1500"/>
            </a:lvl1pPr>
            <a:lvl2pPr>
              <a:defRPr sz="1400"/>
            </a:lvl2pPr>
            <a:lvl3pPr>
              <a:defRPr sz="1200"/>
            </a:lvl3pPr>
            <a:lvl4pPr>
              <a:defRPr sz="1100"/>
            </a:lvl4pPr>
            <a:lvl5pPr>
              <a:defRPr sz="1100"/>
            </a:lvl5pPr>
            <a:lvl6pPr>
              <a:defRPr sz="1500"/>
            </a:lvl6pPr>
            <a:lvl7pPr>
              <a:defRPr sz="1500"/>
            </a:lvl7pPr>
            <a:lvl8pPr>
              <a:defRPr sz="1500"/>
            </a:lvl8pPr>
            <a:lvl9pPr>
              <a:defRPr sz="1500"/>
            </a:lvl9pPr>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4" name="Marcador de posición de texto 3"/>
          <p:cNvSpPr>
            <a:spLocks noGrp="1"/>
          </p:cNvSpPr>
          <p:nvPr>
            <p:ph type="body" sz="half" idx="2"/>
          </p:nvPr>
        </p:nvSpPr>
        <p:spPr>
          <a:xfrm>
            <a:off x="5943600" y="2686050"/>
            <a:ext cx="2571750" cy="1371600"/>
          </a:xfrm>
        </p:spPr>
        <p:txBody>
          <a:bodyPr rtlCol="0"/>
          <a:lstStyle>
            <a:lvl1pPr marL="0" indent="0">
              <a:spcBef>
                <a:spcPts val="750"/>
              </a:spcBef>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rtl="0"/>
            <a:r>
              <a:rPr lang="es-ES" noProof="0" smtClean="0"/>
              <a:t>Haga clic para modificar el estilo de texto del patrón</a:t>
            </a:r>
          </a:p>
        </p:txBody>
      </p:sp>
      <p:sp>
        <p:nvSpPr>
          <p:cNvPr id="6" name="Marcador de posición de pie de página 4"/>
          <p:cNvSpPr>
            <a:spLocks noGrp="1"/>
          </p:cNvSpPr>
          <p:nvPr>
            <p:ph type="ftr" sz="quarter" idx="11"/>
          </p:nvPr>
        </p:nvSpPr>
        <p:spPr/>
        <p:txBody>
          <a:bodyPr rtlCol="0"/>
          <a:lstStyle/>
          <a:p>
            <a:r>
              <a:rPr lang="es-ES" smtClean="0"/>
              <a:t>El trabajo fin de curso</a:t>
            </a:r>
            <a:endParaRPr lang="es-ES"/>
          </a:p>
        </p:txBody>
      </p:sp>
      <p:sp>
        <p:nvSpPr>
          <p:cNvPr id="5" name="Marcador de posición de fecha 5"/>
          <p:cNvSpPr>
            <a:spLocks noGrp="1"/>
          </p:cNvSpPr>
          <p:nvPr>
            <p:ph type="dt" sz="half" idx="10"/>
          </p:nvPr>
        </p:nvSpPr>
        <p:spPr/>
        <p:txBody>
          <a:bodyPr rtlCol="0"/>
          <a:lstStyle/>
          <a:p>
            <a:endParaRPr lang="es-ES"/>
          </a:p>
        </p:txBody>
      </p:sp>
      <p:sp>
        <p:nvSpPr>
          <p:cNvPr id="7" name="Marcador de posición de número de diapositiva 6"/>
          <p:cNvSpPr>
            <a:spLocks noGrp="1"/>
          </p:cNvSpPr>
          <p:nvPr>
            <p:ph type="sldNum" sz="quarter" idx="12"/>
          </p:nvPr>
        </p:nvSpPr>
        <p:spPr/>
        <p:txBody>
          <a:bodyPr rtlCol="0"/>
          <a:lstStyle/>
          <a:p>
            <a:fld id="{80EE0109-717C-4AF3-BDA5-863E3015DB6C}" type="slidenum">
              <a:rPr lang="es-ES" smtClean="0"/>
              <a:pPr/>
              <a:t>‹Nº›</a:t>
            </a:fld>
            <a:endParaRPr lang="es-ES"/>
          </a:p>
        </p:txBody>
      </p:sp>
    </p:spTree>
    <p:extLst>
      <p:ext uri="{BB962C8B-B14F-4D97-AF65-F5344CB8AC3E}">
        <p14:creationId xmlns:p14="http://schemas.microsoft.com/office/powerpoint/2010/main" val="978961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leyenda">
    <p:spTree>
      <p:nvGrpSpPr>
        <p:cNvPr id="1" name=""/>
        <p:cNvGrpSpPr/>
        <p:nvPr/>
      </p:nvGrpSpPr>
      <p:grpSpPr>
        <a:xfrm>
          <a:off x="0" y="0"/>
          <a:ext cx="0" cy="0"/>
          <a:chOff x="0" y="0"/>
          <a:chExt cx="0" cy="0"/>
        </a:xfrm>
      </p:grpSpPr>
      <p:sp>
        <p:nvSpPr>
          <p:cNvPr id="2" name="Título 1"/>
          <p:cNvSpPr>
            <a:spLocks noGrp="1"/>
          </p:cNvSpPr>
          <p:nvPr>
            <p:ph type="title"/>
          </p:nvPr>
        </p:nvSpPr>
        <p:spPr>
          <a:xfrm>
            <a:off x="5943600" y="1145286"/>
            <a:ext cx="2571750" cy="1426464"/>
          </a:xfrm>
        </p:spPr>
        <p:txBody>
          <a:bodyPr rtlCol="0" anchor="b">
            <a:normAutofit/>
          </a:bodyPr>
          <a:lstStyle>
            <a:lvl1pPr>
              <a:defRPr sz="2600"/>
            </a:lvl1pPr>
          </a:lstStyle>
          <a:p>
            <a:pPr rtl="0"/>
            <a:r>
              <a:rPr lang="es-ES" noProof="0" smtClean="0"/>
              <a:t>Haga clic para modificar el estilo de título del patrón</a:t>
            </a:r>
            <a:endParaRPr lang="es-ES" noProof="0" dirty="0"/>
          </a:p>
        </p:txBody>
      </p:sp>
      <p:sp>
        <p:nvSpPr>
          <p:cNvPr id="3" name="Marcador de posición de imagen 2" descr="Marcador de posición vacío para agregar una imagen. Haga clic en el marcador de posición y seleccione la imagen que desee agregar"/>
          <p:cNvSpPr>
            <a:spLocks noGrp="1"/>
          </p:cNvSpPr>
          <p:nvPr>
            <p:ph type="pic" idx="1"/>
          </p:nvPr>
        </p:nvSpPr>
        <p:spPr>
          <a:xfrm>
            <a:off x="628648" y="514350"/>
            <a:ext cx="4800600" cy="3943350"/>
          </a:xfrm>
        </p:spPr>
        <p:txBody>
          <a:bodyPr rtlCol="0"/>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rtl="0"/>
            <a:r>
              <a:rPr lang="es-ES" noProof="0" smtClean="0"/>
              <a:t>Haga clic en el icono para agregar una imagen</a:t>
            </a:r>
            <a:endParaRPr lang="es-ES" noProof="0" dirty="0"/>
          </a:p>
        </p:txBody>
      </p:sp>
      <p:sp>
        <p:nvSpPr>
          <p:cNvPr id="4" name="Marcador de posición de texto 3"/>
          <p:cNvSpPr>
            <a:spLocks noGrp="1"/>
          </p:cNvSpPr>
          <p:nvPr>
            <p:ph type="body" sz="half" idx="2"/>
          </p:nvPr>
        </p:nvSpPr>
        <p:spPr>
          <a:xfrm>
            <a:off x="5943601" y="2686050"/>
            <a:ext cx="2571749" cy="1371600"/>
          </a:xfrm>
        </p:spPr>
        <p:txBody>
          <a:bodyPr rtlCol="0"/>
          <a:lstStyle>
            <a:lvl1pPr marL="0" indent="0">
              <a:spcBef>
                <a:spcPts val="750"/>
              </a:spcBef>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rtl="0"/>
            <a:r>
              <a:rPr lang="es-ES" noProof="0" smtClean="0"/>
              <a:t>Haga clic para modificar el estilo de texto del patrón</a:t>
            </a:r>
          </a:p>
        </p:txBody>
      </p:sp>
      <p:sp>
        <p:nvSpPr>
          <p:cNvPr id="6" name="Marcador de posición de pie de página 4"/>
          <p:cNvSpPr>
            <a:spLocks noGrp="1"/>
          </p:cNvSpPr>
          <p:nvPr>
            <p:ph type="ftr" sz="quarter" idx="11"/>
          </p:nvPr>
        </p:nvSpPr>
        <p:spPr/>
        <p:txBody>
          <a:bodyPr rtlCol="0"/>
          <a:lstStyle/>
          <a:p>
            <a:r>
              <a:rPr lang="es-ES" smtClean="0"/>
              <a:t>El trabajo fin de curso</a:t>
            </a:r>
            <a:endParaRPr lang="es-ES"/>
          </a:p>
        </p:txBody>
      </p:sp>
      <p:sp>
        <p:nvSpPr>
          <p:cNvPr id="5" name="Marcador de posición de fecha 5"/>
          <p:cNvSpPr>
            <a:spLocks noGrp="1"/>
          </p:cNvSpPr>
          <p:nvPr>
            <p:ph type="dt" sz="half" idx="10"/>
          </p:nvPr>
        </p:nvSpPr>
        <p:spPr/>
        <p:txBody>
          <a:bodyPr rtlCol="0"/>
          <a:lstStyle>
            <a:lvl1pPr>
              <a:defRPr/>
            </a:lvl1pPr>
          </a:lstStyle>
          <a:p>
            <a:endParaRPr lang="es-ES"/>
          </a:p>
        </p:txBody>
      </p:sp>
      <p:sp>
        <p:nvSpPr>
          <p:cNvPr id="7" name="Marcador de posición de número de diapositiva 6"/>
          <p:cNvSpPr>
            <a:spLocks noGrp="1"/>
          </p:cNvSpPr>
          <p:nvPr>
            <p:ph type="sldNum" sz="quarter" idx="12"/>
          </p:nvPr>
        </p:nvSpPr>
        <p:spPr/>
        <p:txBody>
          <a:bodyPr rtlCol="0"/>
          <a:lstStyle/>
          <a:p>
            <a:fld id="{80EE0109-717C-4AF3-BDA5-863E3015DB6C}" type="slidenum">
              <a:rPr lang="es-ES" smtClean="0"/>
              <a:pPr/>
              <a:t>‹Nº›</a:t>
            </a:fld>
            <a:endParaRPr lang="es-ES"/>
          </a:p>
        </p:txBody>
      </p:sp>
    </p:spTree>
    <p:extLst>
      <p:ext uri="{BB962C8B-B14F-4D97-AF65-F5344CB8AC3E}">
        <p14:creationId xmlns:p14="http://schemas.microsoft.com/office/powerpoint/2010/main" val="3225279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rtlCol="0"/>
          <a:lstStyle/>
          <a:p>
            <a:pPr rtl="0"/>
            <a:r>
              <a:rPr lang="es-ES" noProof="0" smtClean="0"/>
              <a:t>Haga clic para modificar el estilo de título del patrón</a:t>
            </a:r>
            <a:endParaRPr lang="es-ES" noProof="0" dirty="0"/>
          </a:p>
        </p:txBody>
      </p:sp>
      <p:sp>
        <p:nvSpPr>
          <p:cNvPr id="3" name="Marcador de posición de texto vertical 2"/>
          <p:cNvSpPr>
            <a:spLocks noGrp="1"/>
          </p:cNvSpPr>
          <p:nvPr>
            <p:ph type="body" orient="vert" idx="1"/>
          </p:nvPr>
        </p:nvSpPr>
        <p:spPr/>
        <p:txBody>
          <a:bodyPr vert="eaVert" rtlCol="0"/>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5" name="Marcador de posición de pie de página 3"/>
          <p:cNvSpPr>
            <a:spLocks noGrp="1"/>
          </p:cNvSpPr>
          <p:nvPr>
            <p:ph type="ftr" sz="quarter" idx="11"/>
          </p:nvPr>
        </p:nvSpPr>
        <p:spPr/>
        <p:txBody>
          <a:bodyPr rtlCol="0"/>
          <a:lstStyle/>
          <a:p>
            <a:r>
              <a:rPr lang="es-ES" smtClean="0"/>
              <a:t>El trabajo fin de curso</a:t>
            </a:r>
            <a:endParaRPr lang="es-ES"/>
          </a:p>
        </p:txBody>
      </p:sp>
      <p:sp>
        <p:nvSpPr>
          <p:cNvPr id="4" name="Marcador de posición de fecha 4"/>
          <p:cNvSpPr>
            <a:spLocks noGrp="1"/>
          </p:cNvSpPr>
          <p:nvPr>
            <p:ph type="dt" sz="half" idx="10"/>
          </p:nvPr>
        </p:nvSpPr>
        <p:spPr/>
        <p:txBody>
          <a:bodyPr rtlCol="0"/>
          <a:lstStyle>
            <a:lvl1pPr>
              <a:defRPr/>
            </a:lvl1pPr>
          </a:lstStyle>
          <a:p>
            <a:endParaRPr lang="es-ES"/>
          </a:p>
        </p:txBody>
      </p:sp>
      <p:sp>
        <p:nvSpPr>
          <p:cNvPr id="6" name="Marcador de posición de número de diapositiva 5"/>
          <p:cNvSpPr>
            <a:spLocks noGrp="1"/>
          </p:cNvSpPr>
          <p:nvPr>
            <p:ph type="sldNum" sz="quarter" idx="12"/>
          </p:nvPr>
        </p:nvSpPr>
        <p:spPr/>
        <p:txBody>
          <a:bodyPr rtlCol="0"/>
          <a:lstStyle/>
          <a:p>
            <a:fld id="{80EE0109-717C-4AF3-BDA5-863E3015DB6C}" type="slidenum">
              <a:rPr lang="es-ES" smtClean="0"/>
              <a:pPr/>
              <a:t>‹Nº›</a:t>
            </a:fld>
            <a:endParaRPr lang="es-ES"/>
          </a:p>
        </p:txBody>
      </p:sp>
    </p:spTree>
    <p:extLst>
      <p:ext uri="{BB962C8B-B14F-4D97-AF65-F5344CB8AC3E}">
        <p14:creationId xmlns:p14="http://schemas.microsoft.com/office/powerpoint/2010/main" val="3787557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7306270" y="273843"/>
            <a:ext cx="1200150" cy="4358879"/>
          </a:xfrm>
        </p:spPr>
        <p:txBody>
          <a:bodyPr vert="eaVert" rtlCol="0"/>
          <a:lstStyle>
            <a:lvl1pPr>
              <a:defRPr/>
            </a:lvl1pPr>
          </a:lstStyle>
          <a:p>
            <a:pPr rtl="0"/>
            <a:r>
              <a:rPr lang="es-ES" noProof="0" smtClean="0"/>
              <a:t>Haga clic para modificar el estilo de título del patrón</a:t>
            </a:r>
            <a:endParaRPr lang="es-ES" noProof="0" dirty="0"/>
          </a:p>
        </p:txBody>
      </p:sp>
      <p:sp>
        <p:nvSpPr>
          <p:cNvPr id="3" name="Marcador de posición de texto vertical 2"/>
          <p:cNvSpPr>
            <a:spLocks noGrp="1"/>
          </p:cNvSpPr>
          <p:nvPr>
            <p:ph type="body" orient="vert" idx="1"/>
          </p:nvPr>
        </p:nvSpPr>
        <p:spPr>
          <a:xfrm>
            <a:off x="628650" y="273843"/>
            <a:ext cx="6400800" cy="4358879"/>
          </a:xfrm>
        </p:spPr>
        <p:txBody>
          <a:bodyPr vert="eaVert" rtlCol="0"/>
          <a:lstStyle/>
          <a:p>
            <a:pPr lvl="0" rtl="0"/>
            <a:r>
              <a:rPr lang="es-ES" noProof="0" smtClean="0"/>
              <a:t>Haga clic para modificar el estilo de texto del patrón</a:t>
            </a:r>
          </a:p>
          <a:p>
            <a:pPr lvl="1" rtl="0"/>
            <a:r>
              <a:rPr lang="es-ES" noProof="0" smtClean="0"/>
              <a:t>Segundo nivel</a:t>
            </a:r>
          </a:p>
          <a:p>
            <a:pPr lvl="2" rtl="0"/>
            <a:r>
              <a:rPr lang="es-ES" noProof="0" smtClean="0"/>
              <a:t>Tercer nivel</a:t>
            </a:r>
          </a:p>
          <a:p>
            <a:pPr lvl="3" rtl="0"/>
            <a:r>
              <a:rPr lang="es-ES" noProof="0" smtClean="0"/>
              <a:t>Cuarto nivel</a:t>
            </a:r>
          </a:p>
          <a:p>
            <a:pPr lvl="4" rtl="0"/>
            <a:r>
              <a:rPr lang="es-ES" noProof="0" smtClean="0"/>
              <a:t>Quinto nivel</a:t>
            </a:r>
            <a:endParaRPr lang="es-ES" noProof="0" dirty="0"/>
          </a:p>
        </p:txBody>
      </p:sp>
      <p:sp>
        <p:nvSpPr>
          <p:cNvPr id="5" name="Marcador de posición de pie de página 3"/>
          <p:cNvSpPr>
            <a:spLocks noGrp="1"/>
          </p:cNvSpPr>
          <p:nvPr>
            <p:ph type="ftr" sz="quarter" idx="11"/>
          </p:nvPr>
        </p:nvSpPr>
        <p:spPr/>
        <p:txBody>
          <a:bodyPr rtlCol="0"/>
          <a:lstStyle/>
          <a:p>
            <a:r>
              <a:rPr lang="es-ES" smtClean="0"/>
              <a:t>El trabajo fin de curso</a:t>
            </a:r>
            <a:endParaRPr lang="es-ES"/>
          </a:p>
        </p:txBody>
      </p:sp>
      <p:sp>
        <p:nvSpPr>
          <p:cNvPr id="4" name="Marcador de posición de fecha 4"/>
          <p:cNvSpPr>
            <a:spLocks noGrp="1"/>
          </p:cNvSpPr>
          <p:nvPr>
            <p:ph type="dt" sz="half" idx="10"/>
          </p:nvPr>
        </p:nvSpPr>
        <p:spPr/>
        <p:txBody>
          <a:bodyPr rtlCol="0"/>
          <a:lstStyle>
            <a:lvl1pPr>
              <a:defRPr/>
            </a:lvl1pPr>
          </a:lstStyle>
          <a:p>
            <a:endParaRPr lang="es-ES"/>
          </a:p>
        </p:txBody>
      </p:sp>
      <p:sp>
        <p:nvSpPr>
          <p:cNvPr id="6" name="Marcador de posición de número de diapositiva 5"/>
          <p:cNvSpPr>
            <a:spLocks noGrp="1"/>
          </p:cNvSpPr>
          <p:nvPr>
            <p:ph type="sldNum" sz="quarter" idx="12"/>
          </p:nvPr>
        </p:nvSpPr>
        <p:spPr/>
        <p:txBody>
          <a:bodyPr rtlCol="0"/>
          <a:lstStyle/>
          <a:p>
            <a:fld id="{80EE0109-717C-4AF3-BDA5-863E3015DB6C}" type="slidenum">
              <a:rPr lang="es-ES" smtClean="0"/>
              <a:pPr/>
              <a:t>‹Nº›</a:t>
            </a:fld>
            <a:endParaRPr lang="es-ES"/>
          </a:p>
        </p:txBody>
      </p:sp>
    </p:spTree>
    <p:extLst>
      <p:ext uri="{BB962C8B-B14F-4D97-AF65-F5344CB8AC3E}">
        <p14:creationId xmlns:p14="http://schemas.microsoft.com/office/powerpoint/2010/main" val="770254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CC"/>
        </a:solidFill>
        <a:effectLst/>
      </p:bgPr>
    </p:bg>
    <p:spTree>
      <p:nvGrpSpPr>
        <p:cNvPr id="1" name=""/>
        <p:cNvGrpSpPr/>
        <p:nvPr/>
      </p:nvGrpSpPr>
      <p:grpSpPr>
        <a:xfrm>
          <a:off x="0" y="0"/>
          <a:ext cx="0" cy="0"/>
          <a:chOff x="0" y="0"/>
          <a:chExt cx="0" cy="0"/>
        </a:xfrm>
      </p:grpSpPr>
      <p:sp>
        <p:nvSpPr>
          <p:cNvPr id="7" name="Rectángulo 6"/>
          <p:cNvSpPr/>
          <p:nvPr/>
        </p:nvSpPr>
        <p:spPr bwMode="invGray">
          <a:xfrm>
            <a:off x="0" y="4869179"/>
            <a:ext cx="9141619" cy="27432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rtl="0"/>
            <a:endParaRPr lang="es-ES" noProof="0" dirty="0"/>
          </a:p>
        </p:txBody>
      </p:sp>
      <p:sp>
        <p:nvSpPr>
          <p:cNvPr id="2" name="Marcador de posición de título 1"/>
          <p:cNvSpPr>
            <a:spLocks noGrp="1"/>
          </p:cNvSpPr>
          <p:nvPr>
            <p:ph type="title"/>
          </p:nvPr>
        </p:nvSpPr>
        <p:spPr>
          <a:xfrm>
            <a:off x="251520" y="123478"/>
            <a:ext cx="8640960" cy="858918"/>
          </a:xfrm>
          <a:prstGeom prst="rect">
            <a:avLst/>
          </a:prstGeom>
        </p:spPr>
        <p:txBody>
          <a:bodyPr vert="horz" lIns="68580" tIns="34290" rIns="68580" bIns="34290" rtlCol="0" anchor="b">
            <a:normAutofit/>
          </a:bodyPr>
          <a:lstStyle/>
          <a:p>
            <a:pPr rtl="0"/>
            <a:r>
              <a:rPr lang="es-ES" noProof="0" dirty="0" smtClean="0"/>
              <a:t>Haga clic para modificar el estilo de título del patrón</a:t>
            </a:r>
            <a:endParaRPr lang="es-ES" noProof="0" dirty="0"/>
          </a:p>
        </p:txBody>
      </p:sp>
      <p:sp>
        <p:nvSpPr>
          <p:cNvPr id="3" name="Marcador de posición de texto 2"/>
          <p:cNvSpPr>
            <a:spLocks noGrp="1"/>
          </p:cNvSpPr>
          <p:nvPr>
            <p:ph type="body" idx="1"/>
          </p:nvPr>
        </p:nvSpPr>
        <p:spPr>
          <a:xfrm>
            <a:off x="251520" y="1131590"/>
            <a:ext cx="8640960" cy="3600400"/>
          </a:xfrm>
          <a:prstGeom prst="rect">
            <a:avLst/>
          </a:prstGeom>
        </p:spPr>
        <p:txBody>
          <a:bodyPr vert="horz" lIns="68580" tIns="34290" rIns="68580" bIns="34290" rtlCol="0">
            <a:normAutofit/>
          </a:bodyPr>
          <a:lstStyle/>
          <a:p>
            <a:pPr lvl="0" rtl="0"/>
            <a:r>
              <a:rPr lang="es-ES" noProof="0" dirty="0" smtClean="0"/>
              <a:t>Haga clic para modificar el estilo de texto del patrón</a:t>
            </a:r>
          </a:p>
          <a:p>
            <a:pPr lvl="1" rtl="0"/>
            <a:r>
              <a:rPr lang="es-ES" noProof="0" dirty="0" smtClean="0"/>
              <a:t>Segundo nivel</a:t>
            </a:r>
          </a:p>
          <a:p>
            <a:pPr lvl="2" rtl="0"/>
            <a:r>
              <a:rPr lang="es-ES" noProof="0" dirty="0" smtClean="0"/>
              <a:t>Tercer nivel</a:t>
            </a:r>
          </a:p>
          <a:p>
            <a:pPr lvl="3" rtl="0"/>
            <a:r>
              <a:rPr lang="es-ES" noProof="0" dirty="0" smtClean="0"/>
              <a:t>Cuarto nivel</a:t>
            </a:r>
          </a:p>
          <a:p>
            <a:pPr lvl="4" rtl="0"/>
            <a:r>
              <a:rPr lang="es-ES" noProof="0" dirty="0" smtClean="0"/>
              <a:t>Quinto nivel</a:t>
            </a:r>
            <a:endParaRPr lang="es-ES" noProof="0" dirty="0"/>
          </a:p>
        </p:txBody>
      </p:sp>
      <p:sp>
        <p:nvSpPr>
          <p:cNvPr id="5" name="Marcador de posición de pie de página 3"/>
          <p:cNvSpPr>
            <a:spLocks noGrp="1"/>
          </p:cNvSpPr>
          <p:nvPr>
            <p:ph type="ftr" sz="quarter" idx="3"/>
          </p:nvPr>
        </p:nvSpPr>
        <p:spPr>
          <a:xfrm>
            <a:off x="285750" y="4912287"/>
            <a:ext cx="6331619" cy="171928"/>
          </a:xfrm>
          <a:prstGeom prst="rect">
            <a:avLst/>
          </a:prstGeom>
        </p:spPr>
        <p:txBody>
          <a:bodyPr vert="horz" lIns="68580" tIns="34290" rIns="68580" bIns="34290" rtlCol="0" anchor="ctr"/>
          <a:lstStyle>
            <a:lvl1pPr algn="l">
              <a:defRPr sz="800">
                <a:solidFill>
                  <a:schemeClr val="bg1">
                    <a:lumMod val="40000"/>
                    <a:lumOff val="60000"/>
                  </a:schemeClr>
                </a:solidFill>
              </a:defRPr>
            </a:lvl1pPr>
          </a:lstStyle>
          <a:p>
            <a:r>
              <a:rPr lang="es-ES" smtClean="0"/>
              <a:t>El trabajo fin de curso</a:t>
            </a:r>
            <a:endParaRPr lang="es-ES"/>
          </a:p>
        </p:txBody>
      </p:sp>
      <p:sp>
        <p:nvSpPr>
          <p:cNvPr id="4" name="Marcador de posición de fecha 4"/>
          <p:cNvSpPr>
            <a:spLocks noGrp="1"/>
          </p:cNvSpPr>
          <p:nvPr>
            <p:ph type="dt" sz="half" idx="2"/>
          </p:nvPr>
        </p:nvSpPr>
        <p:spPr>
          <a:xfrm>
            <a:off x="7264454" y="4912287"/>
            <a:ext cx="1250895" cy="171928"/>
          </a:xfrm>
          <a:prstGeom prst="rect">
            <a:avLst/>
          </a:prstGeom>
        </p:spPr>
        <p:txBody>
          <a:bodyPr vert="horz" lIns="68580" tIns="34290" rIns="68580" bIns="34290" rtlCol="0" anchor="ctr"/>
          <a:lstStyle>
            <a:lvl1pPr algn="r">
              <a:defRPr sz="800">
                <a:solidFill>
                  <a:schemeClr val="bg1">
                    <a:lumMod val="40000"/>
                    <a:lumOff val="60000"/>
                  </a:schemeClr>
                </a:solidFill>
              </a:defRPr>
            </a:lvl1pPr>
          </a:lstStyle>
          <a:p>
            <a:endParaRPr lang="es-ES"/>
          </a:p>
        </p:txBody>
      </p:sp>
      <p:sp>
        <p:nvSpPr>
          <p:cNvPr id="6" name="Marcador de posición de número de diapositiva 5"/>
          <p:cNvSpPr>
            <a:spLocks noGrp="1"/>
          </p:cNvSpPr>
          <p:nvPr>
            <p:ph type="sldNum" sz="quarter" idx="4"/>
          </p:nvPr>
        </p:nvSpPr>
        <p:spPr>
          <a:xfrm>
            <a:off x="8515350" y="4912287"/>
            <a:ext cx="334771" cy="171928"/>
          </a:xfrm>
          <a:prstGeom prst="rect">
            <a:avLst/>
          </a:prstGeom>
        </p:spPr>
        <p:txBody>
          <a:bodyPr vert="horz" lIns="68580" tIns="34290" rIns="68580" bIns="34290" rtlCol="0" anchor="ctr"/>
          <a:lstStyle>
            <a:lvl1pPr algn="r">
              <a:defRPr sz="800">
                <a:solidFill>
                  <a:schemeClr val="bg1">
                    <a:lumMod val="40000"/>
                    <a:lumOff val="60000"/>
                  </a:schemeClr>
                </a:solidFill>
              </a:defRPr>
            </a:lvl1pPr>
          </a:lstStyle>
          <a:p>
            <a:fld id="{80EE0109-717C-4AF3-BDA5-863E3015DB6C}" type="slidenum">
              <a:rPr lang="es-ES" smtClean="0"/>
              <a:pPr/>
              <a:t>‹Nº›</a:t>
            </a:fld>
            <a:endParaRPr lang="es-ES"/>
          </a:p>
        </p:txBody>
      </p:sp>
      <p:sp>
        <p:nvSpPr>
          <p:cNvPr id="8" name="7 Triángulo isósceles"/>
          <p:cNvSpPr/>
          <p:nvPr/>
        </p:nvSpPr>
        <p:spPr>
          <a:xfrm>
            <a:off x="2" y="4515968"/>
            <a:ext cx="2699790" cy="627535"/>
          </a:xfrm>
          <a:prstGeom prst="triangle">
            <a:avLst>
              <a:gd name="adj" fmla="val 74960"/>
            </a:avLst>
          </a:pr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8 Triángulo isósceles"/>
          <p:cNvSpPr/>
          <p:nvPr userDrawn="1"/>
        </p:nvSpPr>
        <p:spPr>
          <a:xfrm>
            <a:off x="2" y="4515966"/>
            <a:ext cx="2699790" cy="627535"/>
          </a:xfrm>
          <a:prstGeom prst="triangle">
            <a:avLst>
              <a:gd name="adj" fmla="val 74960"/>
            </a:avLst>
          </a:prstGeom>
          <a:solidFill>
            <a:srgbClr val="FFC000">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155871656"/>
      </p:ext>
    </p:extLst>
  </p:cSld>
  <p:clrMap bg1="dk1" tx1="lt1" bg2="dk2" tx2="lt2" accent1="accent1" accent2="accent2" accent3="accent3" accent4="accent4" accent5="accent5" accent6="accent6" hlink="hlink" folHlink="folHlink"/>
  <p:sldLayoutIdLst>
    <p:sldLayoutId id="2147483807" r:id="rId1"/>
    <p:sldLayoutId id="2147483808" r:id="rId2"/>
    <p:sldLayoutId id="2147483809" r:id="rId3"/>
    <p:sldLayoutId id="2147483810" r:id="rId4"/>
    <p:sldLayoutId id="2147483811" r:id="rId5"/>
    <p:sldLayoutId id="2147483812" r:id="rId6"/>
    <p:sldLayoutId id="2147483813" r:id="rId7"/>
    <p:sldLayoutId id="2147483814" r:id="rId8"/>
    <p:sldLayoutId id="2147483815" r:id="rId9"/>
    <p:sldLayoutId id="2147483816" r:id="rId10"/>
    <p:sldLayoutId id="214748381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ct val="90000"/>
        </a:lnSpc>
        <a:spcBef>
          <a:spcPct val="0"/>
        </a:spcBef>
        <a:buNone/>
        <a:defRPr sz="2600" kern="1200">
          <a:solidFill>
            <a:schemeClr val="bg1">
              <a:lumMod val="75000"/>
            </a:schemeClr>
          </a:solidFill>
          <a:latin typeface="+mj-lt"/>
          <a:ea typeface="+mj-ea"/>
          <a:cs typeface="+mj-cs"/>
        </a:defRPr>
      </a:lvl1pPr>
    </p:titleStyle>
    <p:bodyStyle>
      <a:lvl1pPr marL="171450" indent="-171450" algn="l" defTabSz="685800" rtl="0" eaLnBrk="1" latinLnBrk="0" hangingPunct="1">
        <a:lnSpc>
          <a:spcPct val="100000"/>
        </a:lnSpc>
        <a:spcBef>
          <a:spcPts val="600"/>
        </a:spcBef>
        <a:buClr>
          <a:schemeClr val="accent1"/>
        </a:buClr>
        <a:buFont typeface="Arial" panose="020B0604020202020204" pitchFamily="34" charset="0"/>
        <a:buChar char="•"/>
        <a:defRPr sz="1800" kern="1200">
          <a:solidFill>
            <a:schemeClr val="bg1">
              <a:lumMod val="75000"/>
            </a:schemeClr>
          </a:solidFill>
          <a:latin typeface="+mn-lt"/>
          <a:ea typeface="+mn-ea"/>
          <a:cs typeface="+mn-cs"/>
        </a:defRPr>
      </a:lvl1pPr>
      <a:lvl2pPr marL="342900" indent="-171450" algn="l" defTabSz="685800" rtl="0" eaLnBrk="1" latinLnBrk="0" hangingPunct="1">
        <a:lnSpc>
          <a:spcPct val="100000"/>
        </a:lnSpc>
        <a:spcBef>
          <a:spcPts val="600"/>
        </a:spcBef>
        <a:buClr>
          <a:schemeClr val="accent1"/>
        </a:buClr>
        <a:buFont typeface="Arial" panose="020B0604020202020204" pitchFamily="34" charset="0"/>
        <a:buChar char="•"/>
        <a:defRPr sz="1800" kern="1200">
          <a:solidFill>
            <a:schemeClr val="bg1">
              <a:lumMod val="75000"/>
            </a:schemeClr>
          </a:solidFill>
          <a:latin typeface="+mn-lt"/>
          <a:ea typeface="+mn-ea"/>
          <a:cs typeface="+mn-cs"/>
        </a:defRPr>
      </a:lvl2pPr>
      <a:lvl3pPr marL="514350" indent="-137160" algn="l" defTabSz="685800" rtl="0" eaLnBrk="1" latinLnBrk="0" hangingPunct="1">
        <a:lnSpc>
          <a:spcPct val="100000"/>
        </a:lnSpc>
        <a:spcBef>
          <a:spcPts val="600"/>
        </a:spcBef>
        <a:buClr>
          <a:schemeClr val="accent1"/>
        </a:buClr>
        <a:buFont typeface="Arial" panose="020B0604020202020204" pitchFamily="34" charset="0"/>
        <a:buChar char="•"/>
        <a:defRPr sz="1600" kern="1200">
          <a:solidFill>
            <a:schemeClr val="bg1">
              <a:lumMod val="75000"/>
            </a:schemeClr>
          </a:solidFill>
          <a:latin typeface="+mn-lt"/>
          <a:ea typeface="+mn-ea"/>
          <a:cs typeface="+mn-cs"/>
        </a:defRPr>
      </a:lvl3pPr>
      <a:lvl4pPr marL="685800" indent="-137160" algn="l" defTabSz="685800" rtl="0" eaLnBrk="1" latinLnBrk="0" hangingPunct="1">
        <a:lnSpc>
          <a:spcPct val="100000"/>
        </a:lnSpc>
        <a:spcBef>
          <a:spcPts val="600"/>
        </a:spcBef>
        <a:buClr>
          <a:schemeClr val="accent1"/>
        </a:buClr>
        <a:buFont typeface="Arial" panose="020B0604020202020204" pitchFamily="34" charset="0"/>
        <a:buChar char="•"/>
        <a:defRPr sz="1400" kern="1200">
          <a:solidFill>
            <a:schemeClr val="bg1">
              <a:lumMod val="75000"/>
            </a:schemeClr>
          </a:solidFill>
          <a:latin typeface="+mn-lt"/>
          <a:ea typeface="+mn-ea"/>
          <a:cs typeface="+mn-cs"/>
        </a:defRPr>
      </a:lvl4pPr>
      <a:lvl5pPr marL="857250" indent="-137160" algn="l" defTabSz="685800" rtl="0" eaLnBrk="1" latinLnBrk="0" hangingPunct="1">
        <a:lnSpc>
          <a:spcPct val="100000"/>
        </a:lnSpc>
        <a:spcBef>
          <a:spcPts val="600"/>
        </a:spcBef>
        <a:buClr>
          <a:schemeClr val="accent1"/>
        </a:buClr>
        <a:buFont typeface="Arial" panose="020B0604020202020204" pitchFamily="34" charset="0"/>
        <a:buChar char="•"/>
        <a:defRPr sz="1400" kern="1200">
          <a:solidFill>
            <a:schemeClr val="bg1">
              <a:lumMod val="75000"/>
            </a:schemeClr>
          </a:solidFill>
          <a:latin typeface="+mn-lt"/>
          <a:ea typeface="+mn-ea"/>
          <a:cs typeface="+mn-cs"/>
        </a:defRPr>
      </a:lvl5pPr>
      <a:lvl6pPr marL="1028700" indent="-137160" algn="l" defTabSz="685800" rtl="0" eaLnBrk="1" latinLnBrk="0" hangingPunct="1">
        <a:lnSpc>
          <a:spcPct val="90000"/>
        </a:lnSpc>
        <a:spcBef>
          <a:spcPts val="600"/>
        </a:spcBef>
        <a:buClr>
          <a:schemeClr val="accent1"/>
        </a:buClr>
        <a:buFont typeface="Arial" panose="020B0604020202020204" pitchFamily="34" charset="0"/>
        <a:buChar char="•"/>
        <a:defRPr sz="1100" kern="1200">
          <a:solidFill>
            <a:schemeClr val="tx1"/>
          </a:solidFill>
          <a:latin typeface="+mn-lt"/>
          <a:ea typeface="+mn-ea"/>
          <a:cs typeface="+mn-cs"/>
        </a:defRPr>
      </a:lvl6pPr>
      <a:lvl7pPr marL="1200150" indent="-137160" algn="l" defTabSz="685800" rtl="0" eaLnBrk="1" latinLnBrk="0" hangingPunct="1">
        <a:lnSpc>
          <a:spcPct val="90000"/>
        </a:lnSpc>
        <a:spcBef>
          <a:spcPts val="600"/>
        </a:spcBef>
        <a:buClr>
          <a:schemeClr val="accent1"/>
        </a:buClr>
        <a:buFont typeface="Arial" panose="020B0604020202020204" pitchFamily="34" charset="0"/>
        <a:buChar char="•"/>
        <a:defRPr sz="1100" kern="1200">
          <a:solidFill>
            <a:schemeClr val="tx1"/>
          </a:solidFill>
          <a:latin typeface="+mn-lt"/>
          <a:ea typeface="+mn-ea"/>
          <a:cs typeface="+mn-cs"/>
        </a:defRPr>
      </a:lvl7pPr>
      <a:lvl8pPr marL="1371600" indent="-137160" algn="l" defTabSz="685800" rtl="0" eaLnBrk="1" latinLnBrk="0" hangingPunct="1">
        <a:lnSpc>
          <a:spcPct val="90000"/>
        </a:lnSpc>
        <a:spcBef>
          <a:spcPts val="600"/>
        </a:spcBef>
        <a:buClr>
          <a:schemeClr val="accent1"/>
        </a:buClr>
        <a:buFont typeface="Arial" panose="020B0604020202020204" pitchFamily="34" charset="0"/>
        <a:buChar char="•"/>
        <a:defRPr sz="1100" kern="1200">
          <a:solidFill>
            <a:schemeClr val="tx1"/>
          </a:solidFill>
          <a:latin typeface="+mn-lt"/>
          <a:ea typeface="+mn-ea"/>
          <a:cs typeface="+mn-cs"/>
        </a:defRPr>
      </a:lvl8pPr>
      <a:lvl9pPr marL="1543050" indent="-137160" algn="l" defTabSz="685800" rtl="0" eaLnBrk="1" latinLnBrk="0" hangingPunct="1">
        <a:lnSpc>
          <a:spcPct val="90000"/>
        </a:lnSpc>
        <a:spcBef>
          <a:spcPts val="600"/>
        </a:spcBef>
        <a:buClr>
          <a:schemeClr val="accent1"/>
        </a:buClr>
        <a:buFont typeface="Arial" panose="020B0604020202020204" pitchFamily="34" charset="0"/>
        <a:buChar char="•"/>
        <a:defRPr sz="11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3840"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Título"/>
          <p:cNvSpPr>
            <a:spLocks noGrp="1"/>
          </p:cNvSpPr>
          <p:nvPr>
            <p:ph type="ctrTitle"/>
          </p:nvPr>
        </p:nvSpPr>
        <p:spPr/>
        <p:txBody>
          <a:bodyPr>
            <a:normAutofit/>
          </a:bodyPr>
          <a:lstStyle/>
          <a:p>
            <a:r>
              <a:rPr lang="es-ES" dirty="0" smtClean="0"/>
              <a:t>GUIA PARA EL TRABAJO FIN DE CURSO</a:t>
            </a:r>
            <a:endParaRPr lang="es-ES" dirty="0"/>
          </a:p>
        </p:txBody>
      </p:sp>
      <p:sp>
        <p:nvSpPr>
          <p:cNvPr id="7" name="6 Subtítulo"/>
          <p:cNvSpPr>
            <a:spLocks noGrp="1"/>
          </p:cNvSpPr>
          <p:nvPr>
            <p:ph type="subTitle" idx="1"/>
          </p:nvPr>
        </p:nvSpPr>
        <p:spPr/>
        <p:txBody>
          <a:bodyPr>
            <a:normAutofit/>
          </a:bodyPr>
          <a:lstStyle/>
          <a:p>
            <a:r>
              <a:rPr lang="es-ES" dirty="0" smtClean="0"/>
              <a:t>Master Universitario en COMUNICACIÓN SOCIAL</a:t>
            </a:r>
          </a:p>
          <a:p>
            <a:r>
              <a:rPr lang="es-ES" dirty="0" smtClean="0"/>
              <a:t>Curso 2019 - 2020</a:t>
            </a:r>
          </a:p>
          <a:p>
            <a:r>
              <a:rPr lang="es-ES" dirty="0" smtClean="0"/>
              <a:t>Profesores: Coral Hernández / José </a:t>
            </a:r>
            <a:r>
              <a:rPr lang="es-ES" smtClean="0"/>
              <a:t>Antonio Alcoceba</a:t>
            </a:r>
            <a:endParaRPr lang="es-ES" dirty="0"/>
          </a:p>
        </p:txBody>
      </p:sp>
      <p:sp>
        <p:nvSpPr>
          <p:cNvPr id="4" name="3 Marcador de pie de página"/>
          <p:cNvSpPr>
            <a:spLocks noGrp="1"/>
          </p:cNvSpPr>
          <p:nvPr>
            <p:ph type="ftr" sz="quarter" idx="3"/>
          </p:nvPr>
        </p:nvSpPr>
        <p:spPr/>
        <p:txBody>
          <a:bodyPr/>
          <a:lstStyle/>
          <a:p>
            <a:r>
              <a:rPr lang="es-ES" smtClean="0"/>
              <a:t>El trabajo fin de curso</a:t>
            </a:r>
            <a:endParaRPr lang="es-ES"/>
          </a:p>
        </p:txBody>
      </p:sp>
      <p:sp>
        <p:nvSpPr>
          <p:cNvPr id="5" name="4 Marcador de número de diapositiva"/>
          <p:cNvSpPr>
            <a:spLocks noGrp="1"/>
          </p:cNvSpPr>
          <p:nvPr>
            <p:ph type="sldNum" sz="quarter" idx="4294967295"/>
          </p:nvPr>
        </p:nvSpPr>
        <p:spPr>
          <a:xfrm>
            <a:off x="0" y="4657725"/>
            <a:ext cx="457200" cy="342900"/>
          </a:xfrm>
        </p:spPr>
        <p:txBody>
          <a:bodyPr/>
          <a:lstStyle/>
          <a:p>
            <a:fld id="{80EE0109-717C-4AF3-BDA5-863E3015DB6C}" type="slidenum">
              <a:rPr lang="es-ES" smtClean="0"/>
              <a:pPr/>
              <a:t>1</a:t>
            </a:fld>
            <a:endParaRPr lang="es-ES"/>
          </a:p>
        </p:txBody>
      </p:sp>
    </p:spTree>
  </p:cSld>
  <p:clrMapOvr>
    <a:masterClrMapping/>
  </p:clrMapOvr>
  <p:transition spd="med">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_tradnl" dirty="0" smtClean="0"/>
              <a:t>OBJETIVOS DE APRENDIZAJE DE LA MATERIA</a:t>
            </a:r>
            <a:endParaRPr lang="es-ES" dirty="0"/>
          </a:p>
        </p:txBody>
      </p:sp>
      <p:sp>
        <p:nvSpPr>
          <p:cNvPr id="3" name="2 Marcador de contenido"/>
          <p:cNvSpPr>
            <a:spLocks noGrp="1"/>
          </p:cNvSpPr>
          <p:nvPr>
            <p:ph idx="1"/>
          </p:nvPr>
        </p:nvSpPr>
        <p:spPr/>
        <p:txBody>
          <a:bodyPr>
            <a:normAutofit/>
          </a:bodyPr>
          <a:lstStyle/>
          <a:p>
            <a:r>
              <a:rPr lang="es-ES" i="1" dirty="0"/>
              <a:t>El objetivo principal del curso se centra </a:t>
            </a:r>
            <a:r>
              <a:rPr lang="es-ES" i="1" dirty="0" smtClean="0"/>
              <a:t>en </a:t>
            </a:r>
            <a:r>
              <a:rPr lang="es-ES" i="1" dirty="0"/>
              <a:t>aprender los conceptos teóricos y en desarrollar las habilidades prácticas necesarias </a:t>
            </a:r>
            <a:r>
              <a:rPr lang="es-ES" i="1" dirty="0" smtClean="0"/>
              <a:t>para:</a:t>
            </a:r>
          </a:p>
          <a:p>
            <a:pPr lvl="1"/>
            <a:r>
              <a:rPr lang="es-ES" i="1" dirty="0" smtClean="0"/>
              <a:t>Diseñar y planificar</a:t>
            </a:r>
          </a:p>
          <a:p>
            <a:pPr lvl="1"/>
            <a:r>
              <a:rPr lang="es-ES" i="1" dirty="0" smtClean="0"/>
              <a:t>hacer </a:t>
            </a:r>
            <a:r>
              <a:rPr lang="es-ES" i="1" dirty="0"/>
              <a:t>el seguimiento y </a:t>
            </a:r>
            <a:endParaRPr lang="es-ES" i="1" dirty="0" smtClean="0"/>
          </a:p>
          <a:p>
            <a:pPr lvl="1"/>
            <a:r>
              <a:rPr lang="es-ES" i="1" dirty="0" smtClean="0"/>
              <a:t>evaluar </a:t>
            </a:r>
          </a:p>
          <a:p>
            <a:pPr marL="171450" lvl="1" indent="0">
              <a:buNone/>
            </a:pPr>
            <a:r>
              <a:rPr lang="es-ES" i="1" dirty="0" smtClean="0"/>
              <a:t>proyectos </a:t>
            </a:r>
            <a:r>
              <a:rPr lang="es-ES" i="1" dirty="0"/>
              <a:t>de intervención socio-comunicativa y de innovación social que promuevan mejoras sostenibles para el bienestar individual y colectivo.</a:t>
            </a:r>
            <a:endParaRPr lang="es-ES" sz="2000" dirty="0"/>
          </a:p>
        </p:txBody>
      </p:sp>
      <p:sp>
        <p:nvSpPr>
          <p:cNvPr id="4" name="3 Marcador de pie de página"/>
          <p:cNvSpPr>
            <a:spLocks noGrp="1"/>
          </p:cNvSpPr>
          <p:nvPr>
            <p:ph type="ftr" sz="quarter" idx="11"/>
          </p:nvPr>
        </p:nvSpPr>
        <p:spPr/>
        <p:txBody>
          <a:bodyPr/>
          <a:lstStyle/>
          <a:p>
            <a:r>
              <a:rPr lang="es-ES" smtClean="0"/>
              <a:t>El trabajo fin de curso</a:t>
            </a:r>
            <a:endParaRPr lang="es-ES"/>
          </a:p>
        </p:txBody>
      </p:sp>
      <p:sp>
        <p:nvSpPr>
          <p:cNvPr id="5" name="4 Marcador de número de diapositiva"/>
          <p:cNvSpPr>
            <a:spLocks noGrp="1"/>
          </p:cNvSpPr>
          <p:nvPr>
            <p:ph type="sldNum" sz="quarter" idx="12"/>
          </p:nvPr>
        </p:nvSpPr>
        <p:spPr/>
        <p:txBody>
          <a:bodyPr/>
          <a:lstStyle/>
          <a:p>
            <a:fld id="{80EE0109-717C-4AF3-BDA5-863E3015DB6C}" type="slidenum">
              <a:rPr lang="es-ES" smtClean="0"/>
              <a:pPr/>
              <a:t>2</a:t>
            </a:fld>
            <a:endParaRPr lang="es-ES"/>
          </a:p>
        </p:txBody>
      </p:sp>
    </p:spTree>
    <p:extLst>
      <p:ext uri="{BB962C8B-B14F-4D97-AF65-F5344CB8AC3E}">
        <p14:creationId xmlns:p14="http://schemas.microsoft.com/office/powerpoint/2010/main" val="1489572870"/>
      </p:ext>
    </p:ext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dirty="0" smtClean="0"/>
              <a:t>TRABAJO FIN DE CURSO</a:t>
            </a:r>
            <a:endParaRPr lang="es-ES" dirty="0"/>
          </a:p>
        </p:txBody>
      </p:sp>
      <p:sp>
        <p:nvSpPr>
          <p:cNvPr id="3" name="Marcador de contenido 2"/>
          <p:cNvSpPr>
            <a:spLocks noGrp="1"/>
          </p:cNvSpPr>
          <p:nvPr>
            <p:ph idx="1"/>
          </p:nvPr>
        </p:nvSpPr>
        <p:spPr/>
        <p:txBody>
          <a:bodyPr>
            <a:normAutofit fontScale="92500" lnSpcReduction="10000"/>
          </a:bodyPr>
          <a:lstStyle/>
          <a:p>
            <a:r>
              <a:rPr lang="es-ES" dirty="0" smtClean="0"/>
              <a:t>De acuerdo a los objetivos anteriores, el Trabajo Fin de Curso consistirá en la  </a:t>
            </a:r>
            <a:r>
              <a:rPr lang="es-ES" dirty="0"/>
              <a:t>aplicación práctica de los conceptos aprendidos en la asignatura, realizado fuera del </a:t>
            </a:r>
            <a:r>
              <a:rPr lang="es-ES" dirty="0" smtClean="0"/>
              <a:t>aula, de forma individual o </a:t>
            </a:r>
            <a:r>
              <a:rPr lang="es-ES" dirty="0"/>
              <a:t>en pequeños grupos.</a:t>
            </a:r>
          </a:p>
          <a:p>
            <a:pPr lvl="1"/>
            <a:r>
              <a:rPr lang="es-ES" dirty="0" smtClean="0"/>
              <a:t>Con los ejemplos y experiencias trabajados dentro y fuera del aula a lo largo del curso, cada estudiante o grupo de estudiantes deberá elegir un tema o una problemática a la que se pueda dar respuesta mediante una intervención socio-comunicativa.</a:t>
            </a:r>
          </a:p>
          <a:p>
            <a:pPr lvl="1"/>
            <a:r>
              <a:rPr lang="es-ES" dirty="0" smtClean="0"/>
              <a:t>Una vez elegido el tema o problemática, los estudiantes deberán presentar un </a:t>
            </a:r>
            <a:r>
              <a:rPr lang="es-ES" b="1" dirty="0" smtClean="0"/>
              <a:t>proyecto de intervención</a:t>
            </a:r>
            <a:r>
              <a:rPr lang="es-ES" dirty="0" smtClean="0"/>
              <a:t>, que de respuesta a la problemática elegida.</a:t>
            </a:r>
          </a:p>
          <a:p>
            <a:pPr lvl="2"/>
            <a:r>
              <a:rPr lang="es-ES" dirty="0" smtClean="0"/>
              <a:t>No puede tratarse de un proyecto de investigación social. Necesariamente deberá estar basado en la intervención y en la innovación social.</a:t>
            </a:r>
          </a:p>
          <a:p>
            <a:pPr lvl="1"/>
            <a:r>
              <a:rPr lang="es-ES" dirty="0" smtClean="0"/>
              <a:t>Dicho proyecto, presentado en forma de ensayo o memoria, </a:t>
            </a:r>
            <a:r>
              <a:rPr lang="es-ES" b="1" dirty="0" smtClean="0"/>
              <a:t>deberá abarcar los objetivos de aprendizaje de la asignatura: Diseño, planificación, plan de seguimiento y plan de evaluación de resultados.</a:t>
            </a:r>
            <a:endParaRPr lang="es-ES" b="1" dirty="0"/>
          </a:p>
        </p:txBody>
      </p:sp>
      <p:sp>
        <p:nvSpPr>
          <p:cNvPr id="4" name="Marcador de pie de página 3"/>
          <p:cNvSpPr>
            <a:spLocks noGrp="1"/>
          </p:cNvSpPr>
          <p:nvPr>
            <p:ph type="ftr" sz="quarter" idx="11"/>
          </p:nvPr>
        </p:nvSpPr>
        <p:spPr/>
        <p:txBody>
          <a:bodyPr/>
          <a:lstStyle/>
          <a:p>
            <a:r>
              <a:rPr lang="es-ES" smtClean="0"/>
              <a:t>El trabajo fin de curso</a:t>
            </a:r>
            <a:endParaRPr lang="es-ES"/>
          </a:p>
        </p:txBody>
      </p:sp>
      <p:sp>
        <p:nvSpPr>
          <p:cNvPr id="5" name="Marcador de número de diapositiva 4"/>
          <p:cNvSpPr>
            <a:spLocks noGrp="1"/>
          </p:cNvSpPr>
          <p:nvPr>
            <p:ph type="sldNum" sz="quarter" idx="12"/>
          </p:nvPr>
        </p:nvSpPr>
        <p:spPr/>
        <p:txBody>
          <a:bodyPr/>
          <a:lstStyle/>
          <a:p>
            <a:fld id="{80EE0109-717C-4AF3-BDA5-863E3015DB6C}" type="slidenum">
              <a:rPr lang="es-ES" smtClean="0"/>
              <a:pPr/>
              <a:t>3</a:t>
            </a:fld>
            <a:endParaRPr lang="es-ES"/>
          </a:p>
        </p:txBody>
      </p:sp>
    </p:spTree>
    <p:extLst>
      <p:ext uri="{BB962C8B-B14F-4D97-AF65-F5344CB8AC3E}">
        <p14:creationId xmlns:p14="http://schemas.microsoft.com/office/powerpoint/2010/main" val="4242866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_tradnl" smtClean="0"/>
              <a:t>PROCESO METODOLÓGICO DE LA comunicación para el desarrollo</a:t>
            </a:r>
            <a:endParaRPr lang="es-ES" dirty="0"/>
          </a:p>
        </p:txBody>
      </p:sp>
      <p:sp>
        <p:nvSpPr>
          <p:cNvPr id="4" name="3 Marcador de pie de página"/>
          <p:cNvSpPr>
            <a:spLocks noGrp="1"/>
          </p:cNvSpPr>
          <p:nvPr>
            <p:ph type="ftr" sz="quarter" idx="11"/>
          </p:nvPr>
        </p:nvSpPr>
        <p:spPr/>
        <p:txBody>
          <a:bodyPr/>
          <a:lstStyle/>
          <a:p>
            <a:r>
              <a:rPr lang="es-ES" smtClean="0"/>
              <a:t>El trabajo fin de curso</a:t>
            </a:r>
            <a:endParaRPr lang="es-ES"/>
          </a:p>
        </p:txBody>
      </p:sp>
      <p:sp>
        <p:nvSpPr>
          <p:cNvPr id="5" name="4 Marcador de número de diapositiva"/>
          <p:cNvSpPr>
            <a:spLocks noGrp="1"/>
          </p:cNvSpPr>
          <p:nvPr>
            <p:ph type="sldNum" sz="quarter" idx="12"/>
          </p:nvPr>
        </p:nvSpPr>
        <p:spPr/>
        <p:txBody>
          <a:bodyPr/>
          <a:lstStyle/>
          <a:p>
            <a:fld id="{844633B9-FD09-4CCA-9242-D5D7236B81B7}" type="slidenum">
              <a:rPr lang="es-ES" smtClean="0"/>
              <a:pPr/>
              <a:t>4</a:t>
            </a:fld>
            <a:endParaRPr lang="es-ES"/>
          </a:p>
        </p:txBody>
      </p:sp>
      <p:graphicFrame>
        <p:nvGraphicFramePr>
          <p:cNvPr id="26" name="25 Marcador de contenido"/>
          <p:cNvGraphicFramePr>
            <a:graphicFrameLocks noGrp="1"/>
          </p:cNvGraphicFramePr>
          <p:nvPr>
            <p:ph sz="quarter" idx="1"/>
            <p:extLst/>
          </p:nvPr>
        </p:nvGraphicFramePr>
        <p:xfrm>
          <a:off x="457200" y="1131590"/>
          <a:ext cx="8219256" cy="34864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91914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_tradnl" smtClean="0"/>
              <a:t>PROCESO METODOLÓGICO DE LA comunicación para el desarrollo</a:t>
            </a:r>
            <a:endParaRPr lang="es-ES" dirty="0"/>
          </a:p>
        </p:txBody>
      </p:sp>
      <p:sp>
        <p:nvSpPr>
          <p:cNvPr id="4" name="3 Marcador de pie de página"/>
          <p:cNvSpPr>
            <a:spLocks noGrp="1"/>
          </p:cNvSpPr>
          <p:nvPr>
            <p:ph type="ftr" sz="quarter" idx="11"/>
          </p:nvPr>
        </p:nvSpPr>
        <p:spPr/>
        <p:txBody>
          <a:bodyPr/>
          <a:lstStyle/>
          <a:p>
            <a:r>
              <a:rPr lang="es-ES" smtClean="0"/>
              <a:t>El trabajo fin de curso</a:t>
            </a:r>
            <a:endParaRPr lang="es-ES"/>
          </a:p>
        </p:txBody>
      </p:sp>
      <p:sp>
        <p:nvSpPr>
          <p:cNvPr id="5" name="4 Marcador de número de diapositiva"/>
          <p:cNvSpPr>
            <a:spLocks noGrp="1"/>
          </p:cNvSpPr>
          <p:nvPr>
            <p:ph type="sldNum" sz="quarter" idx="12"/>
          </p:nvPr>
        </p:nvSpPr>
        <p:spPr/>
        <p:txBody>
          <a:bodyPr/>
          <a:lstStyle/>
          <a:p>
            <a:fld id="{844633B9-FD09-4CCA-9242-D5D7236B81B7}" type="slidenum">
              <a:rPr lang="es-ES" smtClean="0"/>
              <a:pPr/>
              <a:t>5</a:t>
            </a:fld>
            <a:endParaRPr lang="es-ES"/>
          </a:p>
        </p:txBody>
      </p:sp>
      <p:graphicFrame>
        <p:nvGraphicFramePr>
          <p:cNvPr id="26" name="25 Marcador de contenido"/>
          <p:cNvGraphicFramePr>
            <a:graphicFrameLocks noGrp="1"/>
          </p:cNvGraphicFramePr>
          <p:nvPr>
            <p:ph sz="quarter" idx="1"/>
            <p:extLst/>
          </p:nvPr>
        </p:nvGraphicFramePr>
        <p:xfrm>
          <a:off x="457200" y="1131590"/>
          <a:ext cx="8219256" cy="348644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Llamada rectangular redondeada 2"/>
          <p:cNvSpPr/>
          <p:nvPr/>
        </p:nvSpPr>
        <p:spPr>
          <a:xfrm>
            <a:off x="2771800" y="1851670"/>
            <a:ext cx="5112568" cy="2880320"/>
          </a:xfrm>
          <a:prstGeom prst="wedgeRoundRectCallout">
            <a:avLst>
              <a:gd name="adj1" fmla="val -23044"/>
              <a:gd name="adj2" fmla="val -60205"/>
              <a:gd name="adj3" fmla="val 16667"/>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es-ES" dirty="0" smtClean="0"/>
              <a:t>En esta asignatura </a:t>
            </a:r>
            <a:r>
              <a:rPr lang="es-ES" dirty="0" smtClean="0"/>
              <a:t>NO </a:t>
            </a:r>
            <a:r>
              <a:rPr lang="es-ES" dirty="0" smtClean="0"/>
              <a:t>vamos a centrarnos en el diagnóstico de situación, ya que fue ampliamente tratado el cuatrimestre anterior.</a:t>
            </a:r>
          </a:p>
          <a:p>
            <a:pPr algn="ctr"/>
            <a:r>
              <a:rPr lang="es-ES" dirty="0" smtClean="0"/>
              <a:t>Partiremos de un diagnóstico (real o simulado) y, a partir de ese diagnóstico, continuaremos con las fases siguientes del proceso.</a:t>
            </a:r>
            <a:endParaRPr lang="es-ES" dirty="0"/>
          </a:p>
        </p:txBody>
      </p:sp>
    </p:spTree>
    <p:extLst>
      <p:ext uri="{BB962C8B-B14F-4D97-AF65-F5344CB8AC3E}">
        <p14:creationId xmlns:p14="http://schemas.microsoft.com/office/powerpoint/2010/main" val="2117697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p:cNvSpPr>
            <a:spLocks noGrp="1"/>
          </p:cNvSpPr>
          <p:nvPr>
            <p:ph type="title"/>
          </p:nvPr>
        </p:nvSpPr>
        <p:spPr/>
        <p:txBody>
          <a:bodyPr/>
          <a:lstStyle/>
          <a:p>
            <a:r>
              <a:rPr lang="es-ES" dirty="0" smtClean="0"/>
              <a:t>DIAGNÓSTICO DE SITUACIÓN</a:t>
            </a:r>
            <a:endParaRPr lang="es-ES" dirty="0"/>
          </a:p>
        </p:txBody>
      </p:sp>
      <p:sp>
        <p:nvSpPr>
          <p:cNvPr id="4" name="Marcador de pie de página 3"/>
          <p:cNvSpPr>
            <a:spLocks noGrp="1"/>
          </p:cNvSpPr>
          <p:nvPr>
            <p:ph type="ftr" sz="quarter" idx="11"/>
          </p:nvPr>
        </p:nvSpPr>
        <p:spPr/>
        <p:txBody>
          <a:bodyPr/>
          <a:lstStyle/>
          <a:p>
            <a:r>
              <a:rPr lang="es-ES" smtClean="0"/>
              <a:t>El trabajo fin de curso</a:t>
            </a:r>
            <a:endParaRPr lang="es-ES"/>
          </a:p>
        </p:txBody>
      </p:sp>
      <p:sp>
        <p:nvSpPr>
          <p:cNvPr id="5" name="Marcador de número de diapositiva 4"/>
          <p:cNvSpPr>
            <a:spLocks noGrp="1"/>
          </p:cNvSpPr>
          <p:nvPr>
            <p:ph type="sldNum" sz="quarter" idx="12"/>
          </p:nvPr>
        </p:nvSpPr>
        <p:spPr/>
        <p:txBody>
          <a:bodyPr/>
          <a:lstStyle/>
          <a:p>
            <a:fld id="{80EE0109-717C-4AF3-BDA5-863E3015DB6C}" type="slidenum">
              <a:rPr lang="es-ES" smtClean="0"/>
              <a:pPr/>
              <a:t>6</a:t>
            </a:fld>
            <a:endParaRPr lang="es-ES"/>
          </a:p>
        </p:txBody>
      </p:sp>
      <p:graphicFrame>
        <p:nvGraphicFramePr>
          <p:cNvPr id="11" name="25 Marcador de contenido"/>
          <p:cNvGraphicFramePr>
            <a:graphicFrameLocks noGrp="1"/>
          </p:cNvGraphicFramePr>
          <p:nvPr>
            <p:ph sz="half" idx="1"/>
            <p:extLst>
              <p:ext uri="{D42A27DB-BD31-4B8C-83A1-F6EECF244321}">
                <p14:modId xmlns:p14="http://schemas.microsoft.com/office/powerpoint/2010/main" val="1514613975"/>
              </p:ext>
            </p:extLst>
          </p:nvPr>
        </p:nvGraphicFramePr>
        <p:xfrm>
          <a:off x="250825" y="771525"/>
          <a:ext cx="4249738" cy="396081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32 Marcador de contenido"/>
          <p:cNvSpPr txBox="1">
            <a:spLocks noGrp="1"/>
          </p:cNvSpPr>
          <p:nvPr>
            <p:ph sz="half" idx="2"/>
          </p:nvPr>
        </p:nvSpPr>
        <p:spPr>
          <a:prstGeom prst="rect">
            <a:avLst/>
          </a:prstGeom>
        </p:spPr>
        <p:txBody>
          <a:bodyPr vert="horz" lIns="68580" tIns="34290" rIns="68580" bIns="34290" rtlCol="0">
            <a:normAutofit/>
          </a:bodyPr>
          <a:lstStyle>
            <a:lvl1pPr marL="171450" indent="-171450" algn="l" defTabSz="685800" rtl="0" eaLnBrk="1" latinLnBrk="0" hangingPunct="1">
              <a:lnSpc>
                <a:spcPct val="100000"/>
              </a:lnSpc>
              <a:spcBef>
                <a:spcPts val="600"/>
              </a:spcBef>
              <a:buClr>
                <a:schemeClr val="accent1"/>
              </a:buClr>
              <a:buFont typeface="Arial" panose="020B0604020202020204" pitchFamily="34" charset="0"/>
              <a:buChar char="•"/>
              <a:defRPr sz="1500" kern="1200">
                <a:solidFill>
                  <a:schemeClr val="bg1">
                    <a:lumMod val="75000"/>
                  </a:schemeClr>
                </a:solidFill>
                <a:latin typeface="+mn-lt"/>
                <a:ea typeface="+mn-ea"/>
                <a:cs typeface="+mn-cs"/>
              </a:defRPr>
            </a:lvl1pPr>
            <a:lvl2pPr marL="342900" indent="-171450" algn="l" defTabSz="685800" rtl="0" eaLnBrk="1" latinLnBrk="0" hangingPunct="1">
              <a:lnSpc>
                <a:spcPct val="100000"/>
              </a:lnSpc>
              <a:spcBef>
                <a:spcPts val="600"/>
              </a:spcBef>
              <a:buClr>
                <a:schemeClr val="accent1"/>
              </a:buClr>
              <a:buFont typeface="Arial" panose="020B0604020202020204" pitchFamily="34" charset="0"/>
              <a:buChar char="•"/>
              <a:defRPr sz="1400" kern="1200">
                <a:solidFill>
                  <a:schemeClr val="bg1">
                    <a:lumMod val="75000"/>
                  </a:schemeClr>
                </a:solidFill>
                <a:latin typeface="+mn-lt"/>
                <a:ea typeface="+mn-ea"/>
                <a:cs typeface="+mn-cs"/>
              </a:defRPr>
            </a:lvl2pPr>
            <a:lvl3pPr marL="514350" indent="-137160" algn="l" defTabSz="685800" rtl="0" eaLnBrk="1" latinLnBrk="0" hangingPunct="1">
              <a:lnSpc>
                <a:spcPct val="100000"/>
              </a:lnSpc>
              <a:spcBef>
                <a:spcPts val="600"/>
              </a:spcBef>
              <a:buClr>
                <a:schemeClr val="accent1"/>
              </a:buClr>
              <a:buFont typeface="Arial" panose="020B0604020202020204" pitchFamily="34" charset="0"/>
              <a:buChar char="•"/>
              <a:defRPr sz="1200" kern="1200">
                <a:solidFill>
                  <a:schemeClr val="bg1">
                    <a:lumMod val="75000"/>
                  </a:schemeClr>
                </a:solidFill>
                <a:latin typeface="+mn-lt"/>
                <a:ea typeface="+mn-ea"/>
                <a:cs typeface="+mn-cs"/>
              </a:defRPr>
            </a:lvl3pPr>
            <a:lvl4pPr marL="685800" indent="-137160" algn="l" defTabSz="685800" rtl="0" eaLnBrk="1" latinLnBrk="0" hangingPunct="1">
              <a:lnSpc>
                <a:spcPct val="100000"/>
              </a:lnSpc>
              <a:spcBef>
                <a:spcPts val="600"/>
              </a:spcBef>
              <a:buClr>
                <a:schemeClr val="accent1"/>
              </a:buClr>
              <a:buFont typeface="Arial" panose="020B0604020202020204" pitchFamily="34" charset="0"/>
              <a:buChar char="•"/>
              <a:defRPr sz="1100" kern="1200">
                <a:solidFill>
                  <a:schemeClr val="bg1">
                    <a:lumMod val="75000"/>
                  </a:schemeClr>
                </a:solidFill>
                <a:latin typeface="+mn-lt"/>
                <a:ea typeface="+mn-ea"/>
                <a:cs typeface="+mn-cs"/>
              </a:defRPr>
            </a:lvl4pPr>
            <a:lvl5pPr marL="857250" indent="-137160" algn="l" defTabSz="685800" rtl="0" eaLnBrk="1" latinLnBrk="0" hangingPunct="1">
              <a:lnSpc>
                <a:spcPct val="100000"/>
              </a:lnSpc>
              <a:spcBef>
                <a:spcPts val="600"/>
              </a:spcBef>
              <a:buClr>
                <a:schemeClr val="accent1"/>
              </a:buClr>
              <a:buFont typeface="Arial" panose="020B0604020202020204" pitchFamily="34" charset="0"/>
              <a:buChar char="•"/>
              <a:defRPr sz="1100" kern="1200">
                <a:solidFill>
                  <a:schemeClr val="bg1">
                    <a:lumMod val="75000"/>
                  </a:schemeClr>
                </a:solidFill>
                <a:latin typeface="+mn-lt"/>
                <a:ea typeface="+mn-ea"/>
                <a:cs typeface="+mn-cs"/>
              </a:defRPr>
            </a:lvl5pPr>
            <a:lvl6pPr marL="1028700" indent="-137160" algn="l" defTabSz="685800" rtl="0" eaLnBrk="1" latinLnBrk="0" hangingPunct="1">
              <a:lnSpc>
                <a:spcPct val="90000"/>
              </a:lnSpc>
              <a:spcBef>
                <a:spcPts val="600"/>
              </a:spcBef>
              <a:buClr>
                <a:schemeClr val="accent1"/>
              </a:buClr>
              <a:buFont typeface="Arial" panose="020B0604020202020204" pitchFamily="34" charset="0"/>
              <a:buChar char="•"/>
              <a:defRPr sz="1400" kern="1200">
                <a:solidFill>
                  <a:schemeClr val="tx1"/>
                </a:solidFill>
                <a:latin typeface="+mn-lt"/>
                <a:ea typeface="+mn-ea"/>
                <a:cs typeface="+mn-cs"/>
              </a:defRPr>
            </a:lvl6pPr>
            <a:lvl7pPr marL="1200150" indent="-137160" algn="l" defTabSz="685800" rtl="0" eaLnBrk="1" latinLnBrk="0" hangingPunct="1">
              <a:lnSpc>
                <a:spcPct val="90000"/>
              </a:lnSpc>
              <a:spcBef>
                <a:spcPts val="600"/>
              </a:spcBef>
              <a:buClr>
                <a:schemeClr val="accent1"/>
              </a:buClr>
              <a:buFont typeface="Arial" panose="020B0604020202020204" pitchFamily="34" charset="0"/>
              <a:buChar char="•"/>
              <a:defRPr sz="1400" kern="1200">
                <a:solidFill>
                  <a:schemeClr val="tx1"/>
                </a:solidFill>
                <a:latin typeface="+mn-lt"/>
                <a:ea typeface="+mn-ea"/>
                <a:cs typeface="+mn-cs"/>
              </a:defRPr>
            </a:lvl7pPr>
            <a:lvl8pPr marL="1371600" indent="-137160" algn="l" defTabSz="685800" rtl="0" eaLnBrk="1" latinLnBrk="0" hangingPunct="1">
              <a:lnSpc>
                <a:spcPct val="90000"/>
              </a:lnSpc>
              <a:spcBef>
                <a:spcPts val="600"/>
              </a:spcBef>
              <a:buClr>
                <a:schemeClr val="accent1"/>
              </a:buClr>
              <a:buFont typeface="Arial" panose="020B0604020202020204" pitchFamily="34" charset="0"/>
              <a:buChar char="•"/>
              <a:defRPr sz="1400" kern="1200">
                <a:solidFill>
                  <a:schemeClr val="tx1"/>
                </a:solidFill>
                <a:latin typeface="+mn-lt"/>
                <a:ea typeface="+mn-ea"/>
                <a:cs typeface="+mn-cs"/>
              </a:defRPr>
            </a:lvl8pPr>
            <a:lvl9pPr marL="1543050" indent="-137160" algn="l" defTabSz="685800" rtl="0" eaLnBrk="1" latinLnBrk="0" hangingPunct="1">
              <a:lnSpc>
                <a:spcPct val="90000"/>
              </a:lnSpc>
              <a:spcBef>
                <a:spcPts val="600"/>
              </a:spcBef>
              <a:buClr>
                <a:schemeClr val="accent1"/>
              </a:buClr>
              <a:buFont typeface="Arial" panose="020B0604020202020204" pitchFamily="34" charset="0"/>
              <a:buChar char="•"/>
              <a:defRPr sz="1400" kern="1200">
                <a:solidFill>
                  <a:schemeClr val="tx1"/>
                </a:solidFill>
                <a:latin typeface="+mn-lt"/>
                <a:ea typeface="+mn-ea"/>
                <a:cs typeface="+mn-cs"/>
              </a:defRPr>
            </a:lvl9pPr>
          </a:lstStyle>
          <a:p>
            <a:pPr lvl="1"/>
            <a:endParaRPr lang="es-ES" sz="1600" dirty="0" smtClean="0"/>
          </a:p>
          <a:p>
            <a:pPr lvl="1"/>
            <a:r>
              <a:rPr lang="es-ES" sz="1600" dirty="0" smtClean="0"/>
              <a:t>El diagnóstico del que partimos, aunque se trate de una simulación, deberá contener información esquemática de todos los elementos del cuadro de la izquierda, ya que resultan imprescindibles para poder proceder al diseño del proyecto.</a:t>
            </a:r>
            <a:endParaRPr lang="es-ES" sz="1600" dirty="0"/>
          </a:p>
        </p:txBody>
      </p:sp>
    </p:spTree>
    <p:extLst>
      <p:ext uri="{BB962C8B-B14F-4D97-AF65-F5344CB8AC3E}">
        <p14:creationId xmlns:p14="http://schemas.microsoft.com/office/powerpoint/2010/main" val="3328972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1 Título"/>
          <p:cNvSpPr>
            <a:spLocks noGrp="1"/>
          </p:cNvSpPr>
          <p:nvPr>
            <p:ph type="title"/>
          </p:nvPr>
        </p:nvSpPr>
        <p:spPr/>
        <p:txBody>
          <a:bodyPr/>
          <a:lstStyle/>
          <a:p>
            <a:r>
              <a:rPr lang="es-ES_tradnl" dirty="0" smtClean="0"/>
              <a:t>DISEÑO DE LA ACTUACIÓN Y PLAN DE ACCIÓN</a:t>
            </a:r>
            <a:endParaRPr lang="es-ES" dirty="0" smtClean="0"/>
          </a:p>
        </p:txBody>
      </p:sp>
      <p:graphicFrame>
        <p:nvGraphicFramePr>
          <p:cNvPr id="9" name="25 Marcador de contenido"/>
          <p:cNvGraphicFramePr>
            <a:graphicFrameLocks noGrp="1"/>
          </p:cNvGraphicFramePr>
          <p:nvPr>
            <p:ph idx="1"/>
            <p:extLst>
              <p:ext uri="{D42A27DB-BD31-4B8C-83A1-F6EECF244321}">
                <p14:modId xmlns:p14="http://schemas.microsoft.com/office/powerpoint/2010/main" val="3007619555"/>
              </p:ext>
            </p:extLst>
          </p:nvPr>
        </p:nvGraphicFramePr>
        <p:xfrm>
          <a:off x="250825" y="842963"/>
          <a:ext cx="6193383" cy="38893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3 Marcador de pie de página"/>
          <p:cNvSpPr>
            <a:spLocks noGrp="1"/>
          </p:cNvSpPr>
          <p:nvPr>
            <p:ph type="ftr" sz="quarter" idx="11"/>
          </p:nvPr>
        </p:nvSpPr>
        <p:spPr/>
        <p:txBody>
          <a:bodyPr/>
          <a:lstStyle/>
          <a:p>
            <a:r>
              <a:rPr lang="es-ES" smtClean="0"/>
              <a:t>El trabajo fin de curso</a:t>
            </a:r>
            <a:endParaRPr lang="es-ES" dirty="0"/>
          </a:p>
        </p:txBody>
      </p:sp>
      <p:sp>
        <p:nvSpPr>
          <p:cNvPr id="5" name="4 Marcador de número de diapositiva"/>
          <p:cNvSpPr>
            <a:spLocks noGrp="1"/>
          </p:cNvSpPr>
          <p:nvPr>
            <p:ph type="sldNum" sz="quarter" idx="12"/>
          </p:nvPr>
        </p:nvSpPr>
        <p:spPr/>
        <p:txBody>
          <a:bodyPr/>
          <a:lstStyle/>
          <a:p>
            <a:fld id="{E04741E9-6417-49D3-B16E-E07931EFA426}" type="slidenum">
              <a:rPr lang="es-ES" smtClean="0"/>
              <a:pPr/>
              <a:t>7</a:t>
            </a:fld>
            <a:endParaRPr lang="es-ES"/>
          </a:p>
        </p:txBody>
      </p:sp>
      <p:sp>
        <p:nvSpPr>
          <p:cNvPr id="6" name="Llamada rectangular redondeada 5"/>
          <p:cNvSpPr/>
          <p:nvPr/>
        </p:nvSpPr>
        <p:spPr>
          <a:xfrm>
            <a:off x="6948264" y="1491630"/>
            <a:ext cx="2088232" cy="2880320"/>
          </a:xfrm>
          <a:prstGeom prst="wedgeRoundRectCallout">
            <a:avLst>
              <a:gd name="adj1" fmla="val -68308"/>
              <a:gd name="adj2" fmla="val -27745"/>
              <a:gd name="adj3" fmla="val 16667"/>
            </a:avLst>
          </a:prstGeom>
          <a:solidFill>
            <a:srgbClr val="7030A0"/>
          </a:solidFill>
        </p:spPr>
        <p:style>
          <a:lnRef idx="3">
            <a:schemeClr val="lt1"/>
          </a:lnRef>
          <a:fillRef idx="1">
            <a:schemeClr val="accent5"/>
          </a:fillRef>
          <a:effectRef idx="1">
            <a:schemeClr val="accent5"/>
          </a:effectRef>
          <a:fontRef idx="minor">
            <a:schemeClr val="lt1"/>
          </a:fontRef>
        </p:style>
        <p:txBody>
          <a:bodyPr rtlCol="0" anchor="ctr"/>
          <a:lstStyle/>
          <a:p>
            <a:pPr algn="ctr"/>
            <a:r>
              <a:rPr lang="es-ES" dirty="0" smtClean="0"/>
              <a:t>El contenido del trabajo deberá ajustarse a este esquema</a:t>
            </a:r>
            <a:endParaRPr lang="es-ES" dirty="0"/>
          </a:p>
        </p:txBody>
      </p:sp>
    </p:spTree>
    <p:extLst>
      <p:ext uri="{BB962C8B-B14F-4D97-AF65-F5344CB8AC3E}">
        <p14:creationId xmlns:p14="http://schemas.microsoft.com/office/powerpoint/2010/main" val="1042429464"/>
      </p:ext>
    </p:extLst>
  </p:cSld>
  <p:clrMapOvr>
    <a:masterClrMapping/>
  </p:clrMapOvr>
  <p:transition spd="med">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ESTRATEGIAS DE INTERVENCIÓN</a:t>
            </a:r>
            <a:endParaRPr lang="es-ES" dirty="0"/>
          </a:p>
        </p:txBody>
      </p:sp>
      <p:sp>
        <p:nvSpPr>
          <p:cNvPr id="7" name="Marcador de contenido 6"/>
          <p:cNvSpPr>
            <a:spLocks noGrp="1"/>
          </p:cNvSpPr>
          <p:nvPr>
            <p:ph idx="1"/>
          </p:nvPr>
        </p:nvSpPr>
        <p:spPr/>
        <p:txBody>
          <a:bodyPr/>
          <a:lstStyle/>
          <a:p>
            <a:r>
              <a:rPr lang="es-ES" dirty="0" smtClean="0"/>
              <a:t>Cuando tengamos claros los objetivos que pretendemos alcanzar y las personas y/o colectivos involucrados será el momento de establecer la estrategia de actuación que consideramos que nos permitirá alcanzar dichos objetivos con mayores garantías de éxito.</a:t>
            </a:r>
          </a:p>
          <a:p>
            <a:pPr lvl="1"/>
            <a:r>
              <a:rPr lang="es-ES" dirty="0" smtClean="0"/>
              <a:t>La estrategia se sustenta, siempre, en una serie de hipótesis de trabajo, que nos sirven para priorizar ciertas variables y criterios sobre otros.</a:t>
            </a:r>
          </a:p>
          <a:p>
            <a:pPr lvl="1"/>
            <a:r>
              <a:rPr lang="es-ES" dirty="0" smtClean="0"/>
              <a:t>Para ello, debemos definir también el enfoque epistemológico que vamos a utilizar para captar la realidad y modificarla. Dicho enfoque determinará desde cómo vamos a seleccionar los sujetos hasta qué herramientas utilizaremos para realizar la intervención.</a:t>
            </a:r>
            <a:endParaRPr lang="es-ES" dirty="0"/>
          </a:p>
        </p:txBody>
      </p:sp>
      <p:sp>
        <p:nvSpPr>
          <p:cNvPr id="5" name="Marcador de pie de página 4"/>
          <p:cNvSpPr>
            <a:spLocks noGrp="1"/>
          </p:cNvSpPr>
          <p:nvPr>
            <p:ph type="ftr" sz="quarter" idx="11"/>
          </p:nvPr>
        </p:nvSpPr>
        <p:spPr/>
        <p:txBody>
          <a:bodyPr/>
          <a:lstStyle/>
          <a:p>
            <a:r>
              <a:rPr lang="es-ES" smtClean="0"/>
              <a:t>El trabajo fin de curso</a:t>
            </a:r>
            <a:endParaRPr lang="es-ES"/>
          </a:p>
        </p:txBody>
      </p:sp>
      <p:sp>
        <p:nvSpPr>
          <p:cNvPr id="6" name="Marcador de número de diapositiva 5"/>
          <p:cNvSpPr>
            <a:spLocks noGrp="1"/>
          </p:cNvSpPr>
          <p:nvPr>
            <p:ph type="sldNum" sz="quarter" idx="12"/>
          </p:nvPr>
        </p:nvSpPr>
        <p:spPr/>
        <p:txBody>
          <a:bodyPr/>
          <a:lstStyle/>
          <a:p>
            <a:fld id="{80EE0109-717C-4AF3-BDA5-863E3015DB6C}" type="slidenum">
              <a:rPr lang="es-ES" smtClean="0"/>
              <a:pPr/>
              <a:t>8</a:t>
            </a:fld>
            <a:endParaRPr lang="es-ES"/>
          </a:p>
        </p:txBody>
      </p:sp>
    </p:spTree>
    <p:extLst>
      <p:ext uri="{BB962C8B-B14F-4D97-AF65-F5344CB8AC3E}">
        <p14:creationId xmlns:p14="http://schemas.microsoft.com/office/powerpoint/2010/main" val="2632540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1 Título"/>
          <p:cNvSpPr>
            <a:spLocks noGrp="1"/>
          </p:cNvSpPr>
          <p:nvPr>
            <p:ph type="title"/>
          </p:nvPr>
        </p:nvSpPr>
        <p:spPr/>
        <p:txBody>
          <a:bodyPr/>
          <a:lstStyle/>
          <a:p>
            <a:r>
              <a:rPr lang="es-ES_tradnl" dirty="0" smtClean="0"/>
              <a:t>DISEÑO Y PLANIFICACIÓN DEL PROYECTO</a:t>
            </a:r>
            <a:endParaRPr lang="es-ES" dirty="0" smtClean="0"/>
          </a:p>
        </p:txBody>
      </p:sp>
      <p:sp>
        <p:nvSpPr>
          <p:cNvPr id="8" name="32 Marcador de contenido"/>
          <p:cNvSpPr txBox="1">
            <a:spLocks noGrp="1"/>
          </p:cNvSpPr>
          <p:nvPr>
            <p:ph idx="1"/>
          </p:nvPr>
        </p:nvSpPr>
        <p:spPr/>
        <p:txBody>
          <a:bodyPr/>
          <a:lstStyle/>
          <a:p>
            <a:pPr lvl="1"/>
            <a:r>
              <a:rPr lang="es-ES" dirty="0" smtClean="0"/>
              <a:t>La planificación incluye el desarrollo de una estructura conceptual en la que se detalla el procedimiento necesario para lograr nuestros fines.</a:t>
            </a:r>
          </a:p>
          <a:p>
            <a:pPr lvl="1"/>
            <a:r>
              <a:rPr lang="es-ES" dirty="0" smtClean="0"/>
              <a:t>A partir de los objetivos planteados y los colectivos involucrados, procederemos a detallar las acciones específicas a desarrollar.</a:t>
            </a:r>
          </a:p>
          <a:p>
            <a:pPr lvl="1"/>
            <a:r>
              <a:rPr lang="es-ES" dirty="0" smtClean="0"/>
              <a:t>Al considerar cada actividad, deberemos plantearnos si son:</a:t>
            </a:r>
          </a:p>
          <a:p>
            <a:pPr lvl="2"/>
            <a:r>
              <a:rPr lang="es-ES" dirty="0" smtClean="0"/>
              <a:t>Viables: ¿son posibles en esta población, en este contexto?</a:t>
            </a:r>
          </a:p>
          <a:p>
            <a:pPr lvl="2"/>
            <a:r>
              <a:rPr lang="es-ES" dirty="0" smtClean="0"/>
              <a:t>Pertinentes: ¿contribuyen efectivamente a alcanzar los objetivos?</a:t>
            </a:r>
          </a:p>
          <a:p>
            <a:pPr lvl="2"/>
            <a:r>
              <a:rPr lang="es-ES" dirty="0" smtClean="0"/>
              <a:t>Posibles: ¿se adaptan a los recursos disponibles?</a:t>
            </a:r>
          </a:p>
        </p:txBody>
      </p:sp>
      <p:sp>
        <p:nvSpPr>
          <p:cNvPr id="4" name="3 Marcador de pie de página"/>
          <p:cNvSpPr>
            <a:spLocks noGrp="1"/>
          </p:cNvSpPr>
          <p:nvPr>
            <p:ph type="ftr" sz="quarter" idx="11"/>
          </p:nvPr>
        </p:nvSpPr>
        <p:spPr/>
        <p:txBody>
          <a:bodyPr/>
          <a:lstStyle/>
          <a:p>
            <a:r>
              <a:rPr lang="es-ES" smtClean="0"/>
              <a:t>El trabajo fin de curso</a:t>
            </a:r>
            <a:endParaRPr lang="es-ES"/>
          </a:p>
        </p:txBody>
      </p:sp>
      <p:sp>
        <p:nvSpPr>
          <p:cNvPr id="5" name="4 Marcador de número de diapositiva"/>
          <p:cNvSpPr>
            <a:spLocks noGrp="1"/>
          </p:cNvSpPr>
          <p:nvPr>
            <p:ph type="sldNum" sz="quarter" idx="12"/>
          </p:nvPr>
        </p:nvSpPr>
        <p:spPr/>
        <p:txBody>
          <a:bodyPr/>
          <a:lstStyle/>
          <a:p>
            <a:fld id="{E04741E9-6417-49D3-B16E-E07931EFA426}" type="slidenum">
              <a:rPr lang="es-ES" smtClean="0"/>
              <a:pPr/>
              <a:t>9</a:t>
            </a:fld>
            <a:endParaRPr lang="es-ES"/>
          </a:p>
        </p:txBody>
      </p:sp>
    </p:spTree>
  </p:cSld>
  <p:clrMapOvr>
    <a:masterClrMapping/>
  </p:clrMapOvr>
  <p:transition spd="med">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ACTIVIDADES DEL PROYECTO</a:t>
            </a:r>
            <a:endParaRPr lang="es-ES" dirty="0"/>
          </a:p>
        </p:txBody>
      </p:sp>
      <p:sp>
        <p:nvSpPr>
          <p:cNvPr id="3" name="Marcador de contenido 2"/>
          <p:cNvSpPr>
            <a:spLocks noGrp="1"/>
          </p:cNvSpPr>
          <p:nvPr>
            <p:ph idx="1"/>
          </p:nvPr>
        </p:nvSpPr>
        <p:spPr/>
        <p:txBody>
          <a:bodyPr>
            <a:noAutofit/>
          </a:bodyPr>
          <a:lstStyle/>
          <a:p>
            <a:r>
              <a:rPr lang="es-ES" sz="1400" dirty="0" smtClean="0"/>
              <a:t>Son las acciones y tareas que deben llevarse a cabo para alcanzar los productos o resultados previstos.</a:t>
            </a:r>
          </a:p>
          <a:p>
            <a:pPr lvl="1"/>
            <a:r>
              <a:rPr lang="es-ES" sz="1400" dirty="0" smtClean="0"/>
              <a:t>A cada producto o resultado, le corresponderá una acción o un conjunto de acciones concretas, relacionadas entre sí de forma lógica.</a:t>
            </a:r>
          </a:p>
          <a:p>
            <a:pPr lvl="1"/>
            <a:r>
              <a:rPr lang="es-ES" sz="1400" dirty="0" smtClean="0"/>
              <a:t>La correlación debe hacerse de objetivos a acciones y no a la inversa, ya que puede haber actividades o acciones que incidan sobre más de un objetivo.</a:t>
            </a:r>
          </a:p>
          <a:p>
            <a:pPr lvl="1"/>
            <a:endParaRPr lang="es-ES" sz="1400" dirty="0" smtClean="0"/>
          </a:p>
          <a:p>
            <a:pPr lvl="1"/>
            <a:endParaRPr lang="es-ES" sz="1400" dirty="0" smtClean="0"/>
          </a:p>
          <a:p>
            <a:pPr lvl="1"/>
            <a:endParaRPr lang="es-ES" sz="1400" dirty="0" smtClean="0"/>
          </a:p>
          <a:p>
            <a:pPr lvl="1"/>
            <a:endParaRPr lang="es-ES" sz="1400" dirty="0" smtClean="0"/>
          </a:p>
          <a:p>
            <a:r>
              <a:rPr lang="es-ES" sz="1400" dirty="0" smtClean="0"/>
              <a:t>Para cada acción prevista deberemos detallar:</a:t>
            </a:r>
          </a:p>
          <a:p>
            <a:pPr lvl="1"/>
            <a:r>
              <a:rPr lang="es-ES" sz="1400" dirty="0" smtClean="0"/>
              <a:t>A qué colectivos involucra y cómo involucra a cada uno</a:t>
            </a:r>
          </a:p>
          <a:p>
            <a:pPr lvl="1"/>
            <a:r>
              <a:rPr lang="es-ES" sz="1400" dirty="0" smtClean="0"/>
              <a:t>Qué recursos necesita (humanos, materiales, de tiempo…)</a:t>
            </a:r>
          </a:p>
          <a:p>
            <a:pPr lvl="1"/>
            <a:r>
              <a:rPr lang="es-ES" sz="1400" dirty="0" smtClean="0"/>
              <a:t>Qué logros concretos se esperan obtener de ella.</a:t>
            </a:r>
          </a:p>
        </p:txBody>
      </p:sp>
      <p:sp>
        <p:nvSpPr>
          <p:cNvPr id="4" name="Marcador de pie de página 3"/>
          <p:cNvSpPr>
            <a:spLocks noGrp="1"/>
          </p:cNvSpPr>
          <p:nvPr>
            <p:ph type="ftr" sz="quarter" idx="11"/>
          </p:nvPr>
        </p:nvSpPr>
        <p:spPr/>
        <p:txBody>
          <a:bodyPr/>
          <a:lstStyle/>
          <a:p>
            <a:r>
              <a:rPr lang="es-ES" smtClean="0"/>
              <a:t>El trabajo fin de curso</a:t>
            </a:r>
            <a:endParaRPr lang="es-ES"/>
          </a:p>
        </p:txBody>
      </p:sp>
      <p:sp>
        <p:nvSpPr>
          <p:cNvPr id="5" name="Marcador de número de diapositiva 4"/>
          <p:cNvSpPr>
            <a:spLocks noGrp="1"/>
          </p:cNvSpPr>
          <p:nvPr>
            <p:ph type="sldNum" sz="quarter" idx="12"/>
          </p:nvPr>
        </p:nvSpPr>
        <p:spPr/>
        <p:txBody>
          <a:bodyPr/>
          <a:lstStyle/>
          <a:p>
            <a:fld id="{80EE0109-717C-4AF3-BDA5-863E3015DB6C}" type="slidenum">
              <a:rPr lang="es-ES" smtClean="0"/>
              <a:pPr/>
              <a:t>10</a:t>
            </a:fld>
            <a:endParaRPr lang="es-ES"/>
          </a:p>
        </p:txBody>
      </p:sp>
      <p:graphicFrame>
        <p:nvGraphicFramePr>
          <p:cNvPr id="6" name="Diagrama 5"/>
          <p:cNvGraphicFramePr/>
          <p:nvPr>
            <p:extLst>
              <p:ext uri="{D42A27DB-BD31-4B8C-83A1-F6EECF244321}">
                <p14:modId xmlns:p14="http://schemas.microsoft.com/office/powerpoint/2010/main" val="3768147304"/>
              </p:ext>
            </p:extLst>
          </p:nvPr>
        </p:nvGraphicFramePr>
        <p:xfrm>
          <a:off x="285750" y="2283718"/>
          <a:ext cx="8606730" cy="123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20783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Ejemplo del proyecto sugerido en clase</a:t>
            </a:r>
            <a:endParaRPr lang="es-ES" dirty="0"/>
          </a:p>
        </p:txBody>
      </p:sp>
      <p:graphicFrame>
        <p:nvGraphicFramePr>
          <p:cNvPr id="6" name="Marcador de contenido 5"/>
          <p:cNvGraphicFramePr>
            <a:graphicFrameLocks noGrp="1"/>
          </p:cNvGraphicFramePr>
          <p:nvPr>
            <p:ph idx="1"/>
            <p:extLst>
              <p:ext uri="{D42A27DB-BD31-4B8C-83A1-F6EECF244321}">
                <p14:modId xmlns:p14="http://schemas.microsoft.com/office/powerpoint/2010/main" val="1520507824"/>
              </p:ext>
            </p:extLst>
          </p:nvPr>
        </p:nvGraphicFramePr>
        <p:xfrm>
          <a:off x="251223" y="844154"/>
          <a:ext cx="8641556" cy="38873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Marcador de pie de página 3"/>
          <p:cNvSpPr>
            <a:spLocks noGrp="1"/>
          </p:cNvSpPr>
          <p:nvPr>
            <p:ph type="ftr" sz="quarter" idx="11"/>
          </p:nvPr>
        </p:nvSpPr>
        <p:spPr/>
        <p:txBody>
          <a:bodyPr/>
          <a:lstStyle/>
          <a:p>
            <a:r>
              <a:rPr lang="es-ES" smtClean="0"/>
              <a:t>El trabajo fin de curso</a:t>
            </a:r>
            <a:endParaRPr lang="es-ES"/>
          </a:p>
        </p:txBody>
      </p:sp>
      <p:sp>
        <p:nvSpPr>
          <p:cNvPr id="5" name="Marcador de número de diapositiva 4"/>
          <p:cNvSpPr>
            <a:spLocks noGrp="1"/>
          </p:cNvSpPr>
          <p:nvPr>
            <p:ph type="sldNum" sz="quarter" idx="12"/>
          </p:nvPr>
        </p:nvSpPr>
        <p:spPr/>
        <p:txBody>
          <a:bodyPr/>
          <a:lstStyle/>
          <a:p>
            <a:fld id="{80EE0109-717C-4AF3-BDA5-863E3015DB6C}" type="slidenum">
              <a:rPr lang="es-ES" smtClean="0"/>
              <a:pPr/>
              <a:t>11</a:t>
            </a:fld>
            <a:endParaRPr lang="es-ES"/>
          </a:p>
        </p:txBody>
      </p:sp>
    </p:spTree>
    <p:extLst>
      <p:ext uri="{BB962C8B-B14F-4D97-AF65-F5344CB8AC3E}">
        <p14:creationId xmlns:p14="http://schemas.microsoft.com/office/powerpoint/2010/main" val="4165426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Ejemplo del proyecto sugerido en clase</a:t>
            </a:r>
            <a:endParaRPr lang="es-ES" dirty="0"/>
          </a:p>
        </p:txBody>
      </p:sp>
      <p:graphicFrame>
        <p:nvGraphicFramePr>
          <p:cNvPr id="6" name="Marcador de contenido 5"/>
          <p:cNvGraphicFramePr>
            <a:graphicFrameLocks noGrp="1"/>
          </p:cNvGraphicFramePr>
          <p:nvPr>
            <p:ph idx="1"/>
            <p:extLst>
              <p:ext uri="{D42A27DB-BD31-4B8C-83A1-F6EECF244321}">
                <p14:modId xmlns:p14="http://schemas.microsoft.com/office/powerpoint/2010/main" val="1520507824"/>
              </p:ext>
            </p:extLst>
          </p:nvPr>
        </p:nvGraphicFramePr>
        <p:xfrm>
          <a:off x="251223" y="844154"/>
          <a:ext cx="8641556" cy="38873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Marcador de pie de página 3"/>
          <p:cNvSpPr>
            <a:spLocks noGrp="1"/>
          </p:cNvSpPr>
          <p:nvPr>
            <p:ph type="ftr" sz="quarter" idx="11"/>
          </p:nvPr>
        </p:nvSpPr>
        <p:spPr/>
        <p:txBody>
          <a:bodyPr/>
          <a:lstStyle/>
          <a:p>
            <a:r>
              <a:rPr lang="es-ES" smtClean="0"/>
              <a:t>El trabajo fin de curso</a:t>
            </a:r>
            <a:endParaRPr lang="es-ES"/>
          </a:p>
        </p:txBody>
      </p:sp>
      <p:sp>
        <p:nvSpPr>
          <p:cNvPr id="5" name="Marcador de número de diapositiva 4"/>
          <p:cNvSpPr>
            <a:spLocks noGrp="1"/>
          </p:cNvSpPr>
          <p:nvPr>
            <p:ph type="sldNum" sz="quarter" idx="12"/>
          </p:nvPr>
        </p:nvSpPr>
        <p:spPr/>
        <p:txBody>
          <a:bodyPr/>
          <a:lstStyle/>
          <a:p>
            <a:fld id="{80EE0109-717C-4AF3-BDA5-863E3015DB6C}" type="slidenum">
              <a:rPr lang="es-ES" smtClean="0"/>
              <a:pPr/>
              <a:t>12</a:t>
            </a:fld>
            <a:endParaRPr lang="es-ES"/>
          </a:p>
        </p:txBody>
      </p:sp>
      <p:sp>
        <p:nvSpPr>
          <p:cNvPr id="3" name="Rectángulo redondeado 2"/>
          <p:cNvSpPr/>
          <p:nvPr/>
        </p:nvSpPr>
        <p:spPr>
          <a:xfrm>
            <a:off x="1331640" y="699542"/>
            <a:ext cx="7704856" cy="1008112"/>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r"/>
            <a:r>
              <a:rPr lang="es-ES" sz="2000" b="1" dirty="0" smtClean="0">
                <a:solidFill>
                  <a:srgbClr val="7030A0"/>
                </a:solidFill>
              </a:rPr>
              <a:t>OBJETIVO GENERAL</a:t>
            </a:r>
            <a:endParaRPr lang="es-ES" sz="2000" b="1" dirty="0">
              <a:solidFill>
                <a:srgbClr val="7030A0"/>
              </a:solidFill>
            </a:endParaRPr>
          </a:p>
        </p:txBody>
      </p:sp>
      <p:sp>
        <p:nvSpPr>
          <p:cNvPr id="7" name="Llamada rectangular redondeada 6"/>
          <p:cNvSpPr/>
          <p:nvPr/>
        </p:nvSpPr>
        <p:spPr>
          <a:xfrm>
            <a:off x="1187624" y="1920871"/>
            <a:ext cx="7848872" cy="2880320"/>
          </a:xfrm>
          <a:prstGeom prst="wedgeRoundRectCallout">
            <a:avLst>
              <a:gd name="adj1" fmla="val 31445"/>
              <a:gd name="adj2" fmla="val -61706"/>
              <a:gd name="adj3" fmla="val 16667"/>
            </a:avLst>
          </a:prstGeom>
          <a:solidFill>
            <a:srgbClr val="7030A0"/>
          </a:solidFill>
        </p:spPr>
        <p:style>
          <a:lnRef idx="3">
            <a:schemeClr val="lt1"/>
          </a:lnRef>
          <a:fillRef idx="1">
            <a:schemeClr val="accent5"/>
          </a:fillRef>
          <a:effectRef idx="1">
            <a:schemeClr val="accent5"/>
          </a:effectRef>
          <a:fontRef idx="minor">
            <a:schemeClr val="lt1"/>
          </a:fontRef>
        </p:style>
        <p:txBody>
          <a:bodyPr rtlCol="0" anchor="ctr"/>
          <a:lstStyle/>
          <a:p>
            <a:pPr algn="ctr"/>
            <a:r>
              <a:rPr lang="es-ES" dirty="0" smtClean="0"/>
              <a:t>Aunque hemos definido el objetivo general, sería necesario fijar los objetivos específicos, los colectivos y agentes involucrados, así como la estrategia de intervención</a:t>
            </a:r>
            <a:endParaRPr lang="es-ES" dirty="0"/>
          </a:p>
        </p:txBody>
      </p:sp>
    </p:spTree>
    <p:extLst>
      <p:ext uri="{BB962C8B-B14F-4D97-AF65-F5344CB8AC3E}">
        <p14:creationId xmlns:p14="http://schemas.microsoft.com/office/powerpoint/2010/main" val="2590032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Ejemplo del proyecto sugerido en clase</a:t>
            </a:r>
            <a:endParaRPr lang="es-ES" dirty="0"/>
          </a:p>
        </p:txBody>
      </p:sp>
      <p:graphicFrame>
        <p:nvGraphicFramePr>
          <p:cNvPr id="6" name="Marcador de contenido 5"/>
          <p:cNvGraphicFramePr>
            <a:graphicFrameLocks noGrp="1"/>
          </p:cNvGraphicFramePr>
          <p:nvPr>
            <p:ph idx="1"/>
            <p:extLst>
              <p:ext uri="{D42A27DB-BD31-4B8C-83A1-F6EECF244321}">
                <p14:modId xmlns:p14="http://schemas.microsoft.com/office/powerpoint/2010/main" val="1520507824"/>
              </p:ext>
            </p:extLst>
          </p:nvPr>
        </p:nvGraphicFramePr>
        <p:xfrm>
          <a:off x="251223" y="844154"/>
          <a:ext cx="8641556" cy="38873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Marcador de pie de página 3"/>
          <p:cNvSpPr>
            <a:spLocks noGrp="1"/>
          </p:cNvSpPr>
          <p:nvPr>
            <p:ph type="ftr" sz="quarter" idx="11"/>
          </p:nvPr>
        </p:nvSpPr>
        <p:spPr/>
        <p:txBody>
          <a:bodyPr/>
          <a:lstStyle/>
          <a:p>
            <a:r>
              <a:rPr lang="es-ES" smtClean="0"/>
              <a:t>El trabajo fin de curso</a:t>
            </a:r>
            <a:endParaRPr lang="es-ES"/>
          </a:p>
        </p:txBody>
      </p:sp>
      <p:sp>
        <p:nvSpPr>
          <p:cNvPr id="5" name="Marcador de número de diapositiva 4"/>
          <p:cNvSpPr>
            <a:spLocks noGrp="1"/>
          </p:cNvSpPr>
          <p:nvPr>
            <p:ph type="sldNum" sz="quarter" idx="12"/>
          </p:nvPr>
        </p:nvSpPr>
        <p:spPr/>
        <p:txBody>
          <a:bodyPr/>
          <a:lstStyle/>
          <a:p>
            <a:fld id="{80EE0109-717C-4AF3-BDA5-863E3015DB6C}" type="slidenum">
              <a:rPr lang="es-ES" smtClean="0"/>
              <a:pPr/>
              <a:t>13</a:t>
            </a:fld>
            <a:endParaRPr lang="es-ES"/>
          </a:p>
        </p:txBody>
      </p:sp>
      <p:sp>
        <p:nvSpPr>
          <p:cNvPr id="7" name="Rectángulo redondeado 6"/>
          <p:cNvSpPr/>
          <p:nvPr/>
        </p:nvSpPr>
        <p:spPr>
          <a:xfrm>
            <a:off x="107504" y="1779662"/>
            <a:ext cx="2952328" cy="2951882"/>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r>
              <a:rPr lang="es-ES" sz="2800" b="1" dirty="0">
                <a:solidFill>
                  <a:srgbClr val="7030A0"/>
                </a:solidFill>
                <a:latin typeface="Gill Sans Ultra Bold" panose="020B0A02020104020203" pitchFamily="34" charset="0"/>
              </a:rPr>
              <a:t>A</a:t>
            </a:r>
            <a:r>
              <a:rPr lang="es-ES" sz="2800" b="1" dirty="0" smtClean="0">
                <a:solidFill>
                  <a:srgbClr val="7030A0"/>
                </a:solidFill>
                <a:latin typeface="Gill Sans Ultra Bold" panose="020B0A02020104020203" pitchFamily="34" charset="0"/>
              </a:rPr>
              <a:t>CCIÓN 1</a:t>
            </a:r>
            <a:endParaRPr lang="es-ES" sz="2800" b="1" dirty="0">
              <a:solidFill>
                <a:srgbClr val="7030A0"/>
              </a:solidFill>
              <a:latin typeface="Gill Sans Ultra Bold" panose="020B0A02020104020203" pitchFamily="34" charset="0"/>
            </a:endParaRPr>
          </a:p>
        </p:txBody>
      </p:sp>
      <p:sp>
        <p:nvSpPr>
          <p:cNvPr id="8" name="Rectángulo redondeado 7"/>
          <p:cNvSpPr/>
          <p:nvPr/>
        </p:nvSpPr>
        <p:spPr>
          <a:xfrm>
            <a:off x="3095836" y="1779662"/>
            <a:ext cx="2988332" cy="2951882"/>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r>
              <a:rPr lang="es-ES" sz="2800" b="1" dirty="0">
                <a:solidFill>
                  <a:srgbClr val="7030A0"/>
                </a:solidFill>
                <a:latin typeface="Gill Sans Ultra Bold" panose="020B0A02020104020203" pitchFamily="34" charset="0"/>
              </a:rPr>
              <a:t>ACCIÓN </a:t>
            </a:r>
            <a:r>
              <a:rPr lang="es-ES" sz="2800" b="1" dirty="0" smtClean="0">
                <a:solidFill>
                  <a:srgbClr val="7030A0"/>
                </a:solidFill>
                <a:latin typeface="Gill Sans Ultra Bold" panose="020B0A02020104020203" pitchFamily="34" charset="0"/>
              </a:rPr>
              <a:t>2</a:t>
            </a:r>
            <a:endParaRPr lang="es-ES" sz="2800" b="1" dirty="0">
              <a:solidFill>
                <a:srgbClr val="7030A0"/>
              </a:solidFill>
              <a:latin typeface="Gill Sans Ultra Bold" panose="020B0A02020104020203" pitchFamily="34" charset="0"/>
            </a:endParaRPr>
          </a:p>
        </p:txBody>
      </p:sp>
      <p:sp>
        <p:nvSpPr>
          <p:cNvPr id="9" name="Rectángulo redondeado 8"/>
          <p:cNvSpPr/>
          <p:nvPr/>
        </p:nvSpPr>
        <p:spPr>
          <a:xfrm>
            <a:off x="6084168" y="1780108"/>
            <a:ext cx="2952328" cy="2951882"/>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r>
              <a:rPr lang="es-ES" sz="2800" b="1" dirty="0">
                <a:solidFill>
                  <a:srgbClr val="7030A0"/>
                </a:solidFill>
                <a:latin typeface="Gill Sans Ultra Bold" panose="020B0A02020104020203" pitchFamily="34" charset="0"/>
              </a:rPr>
              <a:t>ACCIÓN </a:t>
            </a:r>
            <a:r>
              <a:rPr lang="es-ES" sz="2800" b="1" dirty="0" smtClean="0">
                <a:solidFill>
                  <a:srgbClr val="7030A0"/>
                </a:solidFill>
                <a:latin typeface="Gill Sans Ultra Bold" panose="020B0A02020104020203" pitchFamily="34" charset="0"/>
              </a:rPr>
              <a:t>3</a:t>
            </a:r>
            <a:endParaRPr lang="es-ES" sz="2800" b="1" dirty="0">
              <a:solidFill>
                <a:srgbClr val="7030A0"/>
              </a:solidFill>
              <a:latin typeface="Gill Sans Ultra Bold" panose="020B0A02020104020203" pitchFamily="34" charset="0"/>
            </a:endParaRPr>
          </a:p>
        </p:txBody>
      </p:sp>
      <p:sp>
        <p:nvSpPr>
          <p:cNvPr id="10" name="Llamada rectangular redondeada 9"/>
          <p:cNvSpPr/>
          <p:nvPr/>
        </p:nvSpPr>
        <p:spPr>
          <a:xfrm>
            <a:off x="1001249" y="257204"/>
            <a:ext cx="7848872" cy="1245270"/>
          </a:xfrm>
          <a:prstGeom prst="wedgeRoundRectCallout">
            <a:avLst>
              <a:gd name="adj1" fmla="val 19118"/>
              <a:gd name="adj2" fmla="val 73200"/>
              <a:gd name="adj3" fmla="val 16667"/>
            </a:avLst>
          </a:prstGeom>
          <a:solidFill>
            <a:srgbClr val="7030A0"/>
          </a:solidFill>
        </p:spPr>
        <p:style>
          <a:lnRef idx="3">
            <a:schemeClr val="lt1"/>
          </a:lnRef>
          <a:fillRef idx="1">
            <a:schemeClr val="accent5"/>
          </a:fillRef>
          <a:effectRef idx="1">
            <a:schemeClr val="accent5"/>
          </a:effectRef>
          <a:fontRef idx="minor">
            <a:schemeClr val="lt1"/>
          </a:fontRef>
        </p:style>
        <p:txBody>
          <a:bodyPr rtlCol="0" anchor="ctr"/>
          <a:lstStyle/>
          <a:p>
            <a:pPr algn="ctr"/>
            <a:r>
              <a:rPr lang="es-ES" dirty="0" smtClean="0"/>
              <a:t>En nuestro ejemplo, estas serían las acciones de nuestro proyecto de intervención</a:t>
            </a:r>
            <a:endParaRPr lang="es-ES" dirty="0"/>
          </a:p>
        </p:txBody>
      </p:sp>
    </p:spTree>
    <p:extLst>
      <p:ext uri="{BB962C8B-B14F-4D97-AF65-F5344CB8AC3E}">
        <p14:creationId xmlns:p14="http://schemas.microsoft.com/office/powerpoint/2010/main" val="2171509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Ejemplo del proyecto sugerido en clase</a:t>
            </a:r>
            <a:endParaRPr lang="es-ES" dirty="0"/>
          </a:p>
        </p:txBody>
      </p:sp>
      <p:graphicFrame>
        <p:nvGraphicFramePr>
          <p:cNvPr id="6" name="Marcador de contenido 5"/>
          <p:cNvGraphicFramePr>
            <a:graphicFrameLocks noGrp="1"/>
          </p:cNvGraphicFramePr>
          <p:nvPr>
            <p:ph idx="1"/>
            <p:extLst/>
          </p:nvPr>
        </p:nvGraphicFramePr>
        <p:xfrm>
          <a:off x="251223" y="844154"/>
          <a:ext cx="8641556" cy="38873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Marcador de pie de página 3"/>
          <p:cNvSpPr>
            <a:spLocks noGrp="1"/>
          </p:cNvSpPr>
          <p:nvPr>
            <p:ph type="ftr" sz="quarter" idx="11"/>
          </p:nvPr>
        </p:nvSpPr>
        <p:spPr/>
        <p:txBody>
          <a:bodyPr/>
          <a:lstStyle/>
          <a:p>
            <a:r>
              <a:rPr lang="es-ES" smtClean="0"/>
              <a:t>El trabajo fin de curso</a:t>
            </a:r>
            <a:endParaRPr lang="es-ES"/>
          </a:p>
        </p:txBody>
      </p:sp>
      <p:sp>
        <p:nvSpPr>
          <p:cNvPr id="5" name="Marcador de número de diapositiva 4"/>
          <p:cNvSpPr>
            <a:spLocks noGrp="1"/>
          </p:cNvSpPr>
          <p:nvPr>
            <p:ph type="sldNum" sz="quarter" idx="12"/>
          </p:nvPr>
        </p:nvSpPr>
        <p:spPr/>
        <p:txBody>
          <a:bodyPr/>
          <a:lstStyle/>
          <a:p>
            <a:fld id="{80EE0109-717C-4AF3-BDA5-863E3015DB6C}" type="slidenum">
              <a:rPr lang="es-ES" smtClean="0"/>
              <a:pPr/>
              <a:t>14</a:t>
            </a:fld>
            <a:endParaRPr lang="es-ES"/>
          </a:p>
        </p:txBody>
      </p:sp>
      <p:sp>
        <p:nvSpPr>
          <p:cNvPr id="7" name="Rectángulo redondeado 6"/>
          <p:cNvSpPr/>
          <p:nvPr/>
        </p:nvSpPr>
        <p:spPr>
          <a:xfrm>
            <a:off x="107504" y="1779662"/>
            <a:ext cx="2952328" cy="2951882"/>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r>
              <a:rPr lang="es-ES" sz="2800" b="1" dirty="0">
                <a:solidFill>
                  <a:srgbClr val="7030A0"/>
                </a:solidFill>
                <a:latin typeface="Gill Sans Ultra Bold" panose="020B0A02020104020203" pitchFamily="34" charset="0"/>
              </a:rPr>
              <a:t>A</a:t>
            </a:r>
            <a:r>
              <a:rPr lang="es-ES" sz="2800" b="1" dirty="0" smtClean="0">
                <a:solidFill>
                  <a:srgbClr val="7030A0"/>
                </a:solidFill>
                <a:latin typeface="Gill Sans Ultra Bold" panose="020B0A02020104020203" pitchFamily="34" charset="0"/>
              </a:rPr>
              <a:t>CCIÓN 1</a:t>
            </a:r>
            <a:endParaRPr lang="es-ES" sz="2800" b="1" dirty="0">
              <a:solidFill>
                <a:srgbClr val="7030A0"/>
              </a:solidFill>
              <a:latin typeface="Gill Sans Ultra Bold" panose="020B0A02020104020203" pitchFamily="34" charset="0"/>
            </a:endParaRPr>
          </a:p>
        </p:txBody>
      </p:sp>
      <p:sp>
        <p:nvSpPr>
          <p:cNvPr id="8" name="Llamada rectangular redondeada 7"/>
          <p:cNvSpPr/>
          <p:nvPr/>
        </p:nvSpPr>
        <p:spPr>
          <a:xfrm>
            <a:off x="3419871" y="257204"/>
            <a:ext cx="5430249" cy="4474340"/>
          </a:xfrm>
          <a:prstGeom prst="wedgeRoundRectCallout">
            <a:avLst>
              <a:gd name="adj1" fmla="val -56657"/>
              <a:gd name="adj2" fmla="val 22719"/>
              <a:gd name="adj3" fmla="val 16667"/>
            </a:avLst>
          </a:prstGeom>
          <a:solidFill>
            <a:srgbClr val="7030A0"/>
          </a:solidFill>
        </p:spPr>
        <p:style>
          <a:lnRef idx="3">
            <a:schemeClr val="lt1"/>
          </a:lnRef>
          <a:fillRef idx="1">
            <a:schemeClr val="accent5"/>
          </a:fillRef>
          <a:effectRef idx="1">
            <a:schemeClr val="accent5"/>
          </a:effectRef>
          <a:fontRef idx="minor">
            <a:schemeClr val="lt1"/>
          </a:fontRef>
        </p:style>
        <p:txBody>
          <a:bodyPr rtlCol="0" anchor="ctr"/>
          <a:lstStyle/>
          <a:p>
            <a:pPr algn="ctr"/>
            <a:r>
              <a:rPr lang="es-ES" sz="1600" dirty="0" smtClean="0"/>
              <a:t>Para cada acción propuesta, deberemos incluir en el trabajo:</a:t>
            </a:r>
          </a:p>
          <a:p>
            <a:pPr algn="ctr"/>
            <a:endParaRPr lang="es-ES" sz="1600" dirty="0" smtClean="0"/>
          </a:p>
          <a:p>
            <a:pPr marL="285750" indent="-285750" algn="ctr">
              <a:buFont typeface="Arial" panose="020B0604020202020204" pitchFamily="34" charset="0"/>
              <a:buChar char="•"/>
            </a:pPr>
            <a:r>
              <a:rPr lang="es-ES" sz="1600" dirty="0" smtClean="0"/>
              <a:t>El objetivo para el que sirve (justificando así su utilidad)</a:t>
            </a:r>
          </a:p>
          <a:p>
            <a:pPr marL="285750" indent="-285750" algn="ctr">
              <a:buFont typeface="Arial" panose="020B0604020202020204" pitchFamily="34" charset="0"/>
              <a:buChar char="•"/>
            </a:pPr>
            <a:r>
              <a:rPr lang="es-ES" sz="1600" dirty="0" smtClean="0"/>
              <a:t>El logro o meta que se pretende alcanzar con la acción </a:t>
            </a:r>
            <a:r>
              <a:rPr lang="es-ES" sz="1600" dirty="0" smtClean="0"/>
              <a:t>(y su aportación al objetivo)</a:t>
            </a:r>
            <a:endParaRPr lang="es-ES" sz="1600" dirty="0" smtClean="0"/>
          </a:p>
          <a:p>
            <a:pPr marL="285750" indent="-285750" algn="ctr">
              <a:buFont typeface="Arial" panose="020B0604020202020204" pitchFamily="34" charset="0"/>
              <a:buChar char="•"/>
            </a:pPr>
            <a:r>
              <a:rPr lang="es-ES" sz="1600" dirty="0" smtClean="0"/>
              <a:t>Las tareas que requiere (tareas concretas, necesarias para realizar la acción)</a:t>
            </a:r>
          </a:p>
          <a:p>
            <a:pPr marL="285750" indent="-285750" algn="ctr">
              <a:buFont typeface="Arial" panose="020B0604020202020204" pitchFamily="34" charset="0"/>
              <a:buChar char="•"/>
            </a:pPr>
            <a:r>
              <a:rPr lang="es-ES" sz="1600" dirty="0" smtClean="0"/>
              <a:t>Los colectivos involucrados </a:t>
            </a:r>
          </a:p>
          <a:p>
            <a:pPr marL="285750" indent="-285750" algn="ctr">
              <a:buFont typeface="Arial" panose="020B0604020202020204" pitchFamily="34" charset="0"/>
              <a:buChar char="•"/>
            </a:pPr>
            <a:r>
              <a:rPr lang="es-ES" sz="1600" dirty="0" smtClean="0"/>
              <a:t>Los recursos necesarios para llevarlas a cabo</a:t>
            </a:r>
          </a:p>
          <a:p>
            <a:pPr marL="285750" indent="-285750" algn="ctr">
              <a:buFont typeface="Arial" panose="020B0604020202020204" pitchFamily="34" charset="0"/>
              <a:buChar char="•"/>
            </a:pPr>
            <a:r>
              <a:rPr lang="es-ES" sz="1600" dirty="0" smtClean="0"/>
              <a:t>Los indicadores y medidas que utilizaremos para seguir su progreso</a:t>
            </a:r>
          </a:p>
          <a:p>
            <a:pPr marL="285750" indent="-285750" algn="ctr">
              <a:buFont typeface="Arial" panose="020B0604020202020204" pitchFamily="34" charset="0"/>
              <a:buChar char="•"/>
            </a:pPr>
            <a:r>
              <a:rPr lang="es-ES" sz="1600" dirty="0" smtClean="0"/>
              <a:t>Los indicadores y medidas que utilizaremos para evaluar su resultado</a:t>
            </a:r>
            <a:endParaRPr lang="es-ES" sz="1600" dirty="0"/>
          </a:p>
        </p:txBody>
      </p:sp>
    </p:spTree>
    <p:extLst>
      <p:ext uri="{BB962C8B-B14F-4D97-AF65-F5344CB8AC3E}">
        <p14:creationId xmlns:p14="http://schemas.microsoft.com/office/powerpoint/2010/main" val="1918227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smtClean="0"/>
              <a:t>Ejemplo del proyecto sugerido en clase</a:t>
            </a:r>
            <a:endParaRPr lang="es-ES" dirty="0"/>
          </a:p>
        </p:txBody>
      </p:sp>
      <p:graphicFrame>
        <p:nvGraphicFramePr>
          <p:cNvPr id="6" name="Marcador de contenido 5"/>
          <p:cNvGraphicFramePr>
            <a:graphicFrameLocks noGrp="1"/>
          </p:cNvGraphicFramePr>
          <p:nvPr>
            <p:ph idx="1"/>
            <p:extLst/>
          </p:nvPr>
        </p:nvGraphicFramePr>
        <p:xfrm>
          <a:off x="251223" y="844154"/>
          <a:ext cx="8641556" cy="38873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Marcador de pie de página 3"/>
          <p:cNvSpPr>
            <a:spLocks noGrp="1"/>
          </p:cNvSpPr>
          <p:nvPr>
            <p:ph type="ftr" sz="quarter" idx="11"/>
          </p:nvPr>
        </p:nvSpPr>
        <p:spPr/>
        <p:txBody>
          <a:bodyPr/>
          <a:lstStyle/>
          <a:p>
            <a:r>
              <a:rPr lang="es-ES" smtClean="0"/>
              <a:t>El trabajo fin de curso</a:t>
            </a:r>
            <a:endParaRPr lang="es-ES"/>
          </a:p>
        </p:txBody>
      </p:sp>
      <p:sp>
        <p:nvSpPr>
          <p:cNvPr id="5" name="Marcador de número de diapositiva 4"/>
          <p:cNvSpPr>
            <a:spLocks noGrp="1"/>
          </p:cNvSpPr>
          <p:nvPr>
            <p:ph type="sldNum" sz="quarter" idx="12"/>
          </p:nvPr>
        </p:nvSpPr>
        <p:spPr/>
        <p:txBody>
          <a:bodyPr/>
          <a:lstStyle/>
          <a:p>
            <a:fld id="{80EE0109-717C-4AF3-BDA5-863E3015DB6C}" type="slidenum">
              <a:rPr lang="es-ES" smtClean="0"/>
              <a:pPr/>
              <a:t>15</a:t>
            </a:fld>
            <a:endParaRPr lang="es-ES"/>
          </a:p>
        </p:txBody>
      </p:sp>
      <p:sp>
        <p:nvSpPr>
          <p:cNvPr id="8" name="Llamada rectangular redondeada 7"/>
          <p:cNvSpPr/>
          <p:nvPr/>
        </p:nvSpPr>
        <p:spPr>
          <a:xfrm>
            <a:off x="227827" y="388402"/>
            <a:ext cx="5430249" cy="4474340"/>
          </a:xfrm>
          <a:prstGeom prst="wedgeRoundRectCallout">
            <a:avLst>
              <a:gd name="adj1" fmla="val 55734"/>
              <a:gd name="adj2" fmla="val 25095"/>
              <a:gd name="adj3" fmla="val 16667"/>
            </a:avLst>
          </a:prstGeom>
          <a:solidFill>
            <a:srgbClr val="7030A0"/>
          </a:solidFill>
        </p:spPr>
        <p:style>
          <a:lnRef idx="3">
            <a:schemeClr val="lt1"/>
          </a:lnRef>
          <a:fillRef idx="1">
            <a:schemeClr val="accent5"/>
          </a:fillRef>
          <a:effectRef idx="1">
            <a:schemeClr val="accent5"/>
          </a:effectRef>
          <a:fontRef idx="minor">
            <a:schemeClr val="lt1"/>
          </a:fontRef>
        </p:style>
        <p:txBody>
          <a:bodyPr rtlCol="0" anchor="ctr"/>
          <a:lstStyle/>
          <a:p>
            <a:pPr algn="ctr"/>
            <a:r>
              <a:rPr lang="es-ES" sz="1600" dirty="0" smtClean="0"/>
              <a:t>Si nuestro proyecto es muy complejo y hemos previsto realizar muchas acciones distintas, en la memoria final del trabajo bastaría con desarrollar totalmente (de acuerdo con el esquema de la página anterior) alguna de ellas (por ejemplo, dos o tres, dependiendo de su complejidad), indicando que se trata de ejemplos de cómo se desarrollaría el diseño y planificación del resto del proyecto.</a:t>
            </a:r>
            <a:endParaRPr lang="es-ES" sz="1600" dirty="0"/>
          </a:p>
        </p:txBody>
      </p:sp>
      <p:sp>
        <p:nvSpPr>
          <p:cNvPr id="9" name="Rectángulo redondeado 8"/>
          <p:cNvSpPr/>
          <p:nvPr/>
        </p:nvSpPr>
        <p:spPr>
          <a:xfrm>
            <a:off x="6084168" y="1780108"/>
            <a:ext cx="2952328" cy="2951882"/>
          </a:xfrm>
          <a:prstGeom prst="roundRect">
            <a:avLst/>
          </a:prstGeom>
          <a:noFill/>
          <a:ln w="381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r>
              <a:rPr lang="es-ES" sz="2800" b="1" dirty="0">
                <a:solidFill>
                  <a:srgbClr val="7030A0"/>
                </a:solidFill>
                <a:latin typeface="Gill Sans Ultra Bold" panose="020B0A02020104020203" pitchFamily="34" charset="0"/>
              </a:rPr>
              <a:t>ACCIÓN </a:t>
            </a:r>
            <a:r>
              <a:rPr lang="es-ES" sz="2800" b="1" dirty="0" smtClean="0">
                <a:solidFill>
                  <a:srgbClr val="7030A0"/>
                </a:solidFill>
                <a:latin typeface="Gill Sans Ultra Bold" panose="020B0A02020104020203" pitchFamily="34" charset="0"/>
              </a:rPr>
              <a:t>3</a:t>
            </a:r>
            <a:endParaRPr lang="es-ES" sz="2800" b="1" dirty="0">
              <a:solidFill>
                <a:srgbClr val="7030A0"/>
              </a:solidFill>
              <a:latin typeface="Gill Sans Ultra Bold" panose="020B0A02020104020203" pitchFamily="34" charset="0"/>
            </a:endParaRPr>
          </a:p>
        </p:txBody>
      </p:sp>
    </p:spTree>
    <p:extLst>
      <p:ext uri="{BB962C8B-B14F-4D97-AF65-F5344CB8AC3E}">
        <p14:creationId xmlns:p14="http://schemas.microsoft.com/office/powerpoint/2010/main" val="3147038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pie de página 3"/>
          <p:cNvSpPr>
            <a:spLocks noGrp="1"/>
          </p:cNvSpPr>
          <p:nvPr>
            <p:ph type="ftr" sz="quarter" idx="11"/>
          </p:nvPr>
        </p:nvSpPr>
        <p:spPr/>
        <p:txBody>
          <a:bodyPr/>
          <a:lstStyle/>
          <a:p>
            <a:r>
              <a:rPr lang="es-ES" smtClean="0"/>
              <a:t>El trabajo fin de curso</a:t>
            </a:r>
            <a:endParaRPr lang="es-ES"/>
          </a:p>
        </p:txBody>
      </p:sp>
      <p:sp>
        <p:nvSpPr>
          <p:cNvPr id="5" name="Marcador de número de diapositiva 4"/>
          <p:cNvSpPr>
            <a:spLocks noGrp="1"/>
          </p:cNvSpPr>
          <p:nvPr>
            <p:ph type="sldNum" sz="quarter" idx="12"/>
          </p:nvPr>
        </p:nvSpPr>
        <p:spPr/>
        <p:txBody>
          <a:bodyPr/>
          <a:lstStyle/>
          <a:p>
            <a:fld id="{80EE0109-717C-4AF3-BDA5-863E3015DB6C}" type="slidenum">
              <a:rPr lang="es-ES" smtClean="0"/>
              <a:pPr/>
              <a:t>16</a:t>
            </a:fld>
            <a:endParaRPr lang="es-ES"/>
          </a:p>
        </p:txBody>
      </p:sp>
      <p:graphicFrame>
        <p:nvGraphicFramePr>
          <p:cNvPr id="6" name="Marcador de contenido 5"/>
          <p:cNvGraphicFramePr>
            <a:graphicFrameLocks noGrp="1"/>
          </p:cNvGraphicFramePr>
          <p:nvPr>
            <p:ph idx="4294967295"/>
            <p:extLst>
              <p:ext uri="{D42A27DB-BD31-4B8C-83A1-F6EECF244321}">
                <p14:modId xmlns:p14="http://schemas.microsoft.com/office/powerpoint/2010/main" val="1702787843"/>
              </p:ext>
            </p:extLst>
          </p:nvPr>
        </p:nvGraphicFramePr>
        <p:xfrm>
          <a:off x="250127" y="842963"/>
          <a:ext cx="8642351" cy="3817020"/>
        </p:xfrm>
        <a:graphic>
          <a:graphicData uri="http://schemas.openxmlformats.org/drawingml/2006/table">
            <a:tbl>
              <a:tblPr firstRow="1" bandRow="1">
                <a:tableStyleId>{7DF18680-E054-41AD-8BC1-D1AEF772440D}</a:tableStyleId>
              </a:tblPr>
              <a:tblGrid>
                <a:gridCol w="540494"/>
                <a:gridCol w="1620093"/>
                <a:gridCol w="1080294"/>
                <a:gridCol w="1080294"/>
                <a:gridCol w="1080294"/>
                <a:gridCol w="1080294"/>
                <a:gridCol w="1080294"/>
                <a:gridCol w="1080294"/>
              </a:tblGrid>
              <a:tr h="636170">
                <a:tc>
                  <a:txBody>
                    <a:bodyPr/>
                    <a:lstStyle/>
                    <a:p>
                      <a:endParaRPr lang="es-ES" sz="800" dirty="0"/>
                    </a:p>
                  </a:txBody>
                  <a:tcPr/>
                </a:tc>
                <a:tc>
                  <a:txBody>
                    <a:bodyPr/>
                    <a:lstStyle/>
                    <a:p>
                      <a:pPr algn="ctr"/>
                      <a:r>
                        <a:rPr lang="es-ES" sz="1000" dirty="0" smtClean="0"/>
                        <a:t>DESCRIPCIÓN</a:t>
                      </a:r>
                      <a:endParaRPr lang="es-ES" sz="1000" dirty="0"/>
                    </a:p>
                  </a:txBody>
                  <a:tcPr anchor="ctr"/>
                </a:tc>
                <a:tc>
                  <a:txBody>
                    <a:bodyPr/>
                    <a:lstStyle/>
                    <a:p>
                      <a:pPr algn="ctr"/>
                      <a:r>
                        <a:rPr lang="es-ES" sz="1000" dirty="0" smtClean="0"/>
                        <a:t>COLECTIVOS</a:t>
                      </a:r>
                      <a:endParaRPr lang="es-ES" sz="1000" dirty="0"/>
                    </a:p>
                  </a:txBody>
                  <a:tcPr anchor="ctr"/>
                </a:tc>
                <a:tc>
                  <a:txBody>
                    <a:bodyPr/>
                    <a:lstStyle/>
                    <a:p>
                      <a:pPr algn="ctr"/>
                      <a:r>
                        <a:rPr lang="es-ES" sz="1000" dirty="0" smtClean="0"/>
                        <a:t>RECURSOS</a:t>
                      </a:r>
                      <a:endParaRPr lang="es-ES" sz="1000" dirty="0"/>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s-ES" sz="1000" dirty="0" smtClean="0"/>
                        <a:t>FECHAS,</a:t>
                      </a:r>
                      <a:r>
                        <a:rPr lang="es-ES" sz="1000" baseline="0" dirty="0" smtClean="0"/>
                        <a:t> FASES O ETAPAS</a:t>
                      </a:r>
                      <a:endParaRPr lang="es-ES" sz="1000" dirty="0" smtClean="0"/>
                    </a:p>
                  </a:txBody>
                  <a:tcPr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s-ES" sz="1000" dirty="0" smtClean="0"/>
                        <a:t>INDICADORES SEGUIMIENTO</a:t>
                      </a:r>
                    </a:p>
                  </a:txBody>
                  <a:tcPr anchor="ctr"/>
                </a:tc>
                <a:tc>
                  <a:txBody>
                    <a:bodyPr/>
                    <a:lstStyle/>
                    <a:p>
                      <a:pPr algn="ctr"/>
                      <a:r>
                        <a:rPr lang="es-ES" sz="1000" dirty="0" smtClean="0"/>
                        <a:t>ANTICIPACIÓN PROBLEMAS</a:t>
                      </a:r>
                      <a:endParaRPr lang="es-ES" sz="1000" dirty="0"/>
                    </a:p>
                  </a:txBody>
                  <a:tcPr anchor="ctr"/>
                </a:tc>
                <a:tc>
                  <a:txBody>
                    <a:bodyPr/>
                    <a:lstStyle/>
                    <a:p>
                      <a:pPr algn="ctr"/>
                      <a:r>
                        <a:rPr lang="es-ES" sz="1000" dirty="0" smtClean="0"/>
                        <a:t>INDICADORES EVALUACIÓN</a:t>
                      </a:r>
                      <a:endParaRPr lang="es-ES" sz="1000" dirty="0"/>
                    </a:p>
                  </a:txBody>
                  <a:tcPr anchor="ctr"/>
                </a:tc>
              </a:tr>
              <a:tr h="636170">
                <a:tc>
                  <a:txBody>
                    <a:bodyPr/>
                    <a:lstStyle/>
                    <a:p>
                      <a:r>
                        <a:rPr lang="es-ES" sz="800" dirty="0" smtClean="0"/>
                        <a:t>Tarea 1</a:t>
                      </a:r>
                      <a:endParaRPr lang="es-ES" sz="800" dirty="0"/>
                    </a:p>
                  </a:txBody>
                  <a:tcPr/>
                </a:tc>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r>
              <a:tr h="636170">
                <a:tc>
                  <a:txBody>
                    <a:bodyPr/>
                    <a:lstStyle/>
                    <a:p>
                      <a:r>
                        <a:rPr lang="es-ES" sz="800" dirty="0" smtClean="0"/>
                        <a:t>Tarea 2</a:t>
                      </a:r>
                      <a:endParaRPr lang="es-ES" sz="800"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r>
              <a:tr h="636170">
                <a:tc>
                  <a:txBody>
                    <a:bodyPr/>
                    <a:lstStyle/>
                    <a:p>
                      <a:r>
                        <a:rPr lang="es-ES" sz="800" dirty="0" smtClean="0"/>
                        <a:t>Tarea 3</a:t>
                      </a:r>
                      <a:endParaRPr lang="es-ES" sz="800" dirty="0"/>
                    </a:p>
                  </a:txBody>
                  <a:tcPr/>
                </a:tc>
                <a:tc>
                  <a:txBody>
                    <a:bodyPr/>
                    <a:lstStyle/>
                    <a:p>
                      <a:endParaRPr lang="es-ES" dirty="0"/>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a:p>
                  </a:txBody>
                  <a:tcPr/>
                </a:tc>
              </a:tr>
              <a:tr h="636170">
                <a:tc>
                  <a:txBody>
                    <a:bodyPr/>
                    <a:lstStyle/>
                    <a:p>
                      <a:r>
                        <a:rPr lang="es-ES" sz="800" dirty="0" smtClean="0"/>
                        <a:t>…</a:t>
                      </a:r>
                      <a:endParaRPr lang="es-ES" sz="800"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a:p>
                  </a:txBody>
                  <a:tcPr/>
                </a:tc>
                <a:tc>
                  <a:txBody>
                    <a:bodyPr/>
                    <a:lstStyle/>
                    <a:p>
                      <a:endParaRPr lang="es-ES"/>
                    </a:p>
                  </a:txBody>
                  <a:tcPr/>
                </a:tc>
              </a:tr>
              <a:tr h="636170">
                <a:tc>
                  <a:txBody>
                    <a:bodyPr/>
                    <a:lstStyle/>
                    <a:p>
                      <a:r>
                        <a:rPr lang="es-ES" sz="800" dirty="0" smtClean="0"/>
                        <a:t>Tarea</a:t>
                      </a:r>
                      <a:r>
                        <a:rPr lang="es-ES" sz="800" baseline="0" dirty="0" smtClean="0"/>
                        <a:t> X</a:t>
                      </a:r>
                      <a:endParaRPr lang="es-ES" sz="800" dirty="0"/>
                    </a:p>
                  </a:txBody>
                  <a:tcPr/>
                </a:tc>
                <a:tc>
                  <a:txBody>
                    <a:bodyPr/>
                    <a:lstStyle/>
                    <a:p>
                      <a:endParaRPr lang="es-ES"/>
                    </a:p>
                  </a:txBody>
                  <a:tcPr/>
                </a:tc>
                <a:tc>
                  <a:txBody>
                    <a:bodyPr/>
                    <a:lstStyle/>
                    <a:p>
                      <a:endParaRPr lang="es-ES"/>
                    </a:p>
                  </a:txBody>
                  <a:tcPr/>
                </a:tc>
                <a:tc>
                  <a:txBody>
                    <a:bodyPr/>
                    <a:lstStyle/>
                    <a:p>
                      <a:endParaRPr lang="es-ES"/>
                    </a:p>
                  </a:txBody>
                  <a:tcPr/>
                </a:tc>
                <a:tc>
                  <a:txBody>
                    <a:bodyPr/>
                    <a:lstStyle/>
                    <a:p>
                      <a:endParaRPr lang="es-ES" dirty="0"/>
                    </a:p>
                  </a:txBody>
                  <a:tcPr/>
                </a:tc>
                <a:tc>
                  <a:txBody>
                    <a:bodyPr/>
                    <a:lstStyle/>
                    <a:p>
                      <a:endParaRPr lang="es-ES" dirty="0"/>
                    </a:p>
                  </a:txBody>
                  <a:tcPr/>
                </a:tc>
                <a:tc>
                  <a:txBody>
                    <a:bodyPr/>
                    <a:lstStyle/>
                    <a:p>
                      <a:endParaRPr lang="es-ES" dirty="0"/>
                    </a:p>
                  </a:txBody>
                  <a:tcPr/>
                </a:tc>
                <a:tc>
                  <a:txBody>
                    <a:bodyPr/>
                    <a:lstStyle/>
                    <a:p>
                      <a:endParaRPr lang="es-ES" dirty="0"/>
                    </a:p>
                  </a:txBody>
                  <a:tcPr/>
                </a:tc>
              </a:tr>
            </a:tbl>
          </a:graphicData>
        </a:graphic>
      </p:graphicFrame>
      <p:graphicFrame>
        <p:nvGraphicFramePr>
          <p:cNvPr id="7" name="Tabla 6"/>
          <p:cNvGraphicFramePr>
            <a:graphicFrameLocks noGrp="1"/>
          </p:cNvGraphicFramePr>
          <p:nvPr>
            <p:extLst>
              <p:ext uri="{D42A27DB-BD31-4B8C-83A1-F6EECF244321}">
                <p14:modId xmlns:p14="http://schemas.microsoft.com/office/powerpoint/2010/main" val="3225945067"/>
              </p:ext>
            </p:extLst>
          </p:nvPr>
        </p:nvGraphicFramePr>
        <p:xfrm>
          <a:off x="250823" y="123668"/>
          <a:ext cx="8641656" cy="647882"/>
        </p:xfrm>
        <a:graphic>
          <a:graphicData uri="http://schemas.openxmlformats.org/drawingml/2006/table">
            <a:tbl>
              <a:tblPr firstRow="1" bandRow="1">
                <a:tableStyleId>{5C22544A-7EE6-4342-B048-85BDC9FD1C3A}</a:tableStyleId>
              </a:tblPr>
              <a:tblGrid>
                <a:gridCol w="2160414"/>
                <a:gridCol w="2160414"/>
                <a:gridCol w="2160414"/>
                <a:gridCol w="2160414"/>
              </a:tblGrid>
              <a:tr h="647882">
                <a:tc>
                  <a:txBody>
                    <a:bodyPr/>
                    <a:lstStyle/>
                    <a:p>
                      <a:r>
                        <a:rPr lang="es-ES" dirty="0" smtClean="0"/>
                        <a:t>ACCIÓN X (TÍTULO)</a:t>
                      </a:r>
                      <a:endParaRPr lang="es-ES" dirty="0"/>
                    </a:p>
                  </a:txBody>
                  <a:tcPr>
                    <a:solidFill>
                      <a:srgbClr val="C00000"/>
                    </a:solidFill>
                  </a:tcPr>
                </a:tc>
                <a:tc>
                  <a:txBody>
                    <a:bodyPr/>
                    <a:lstStyle/>
                    <a:p>
                      <a:r>
                        <a:rPr lang="es-ES" dirty="0" smtClean="0"/>
                        <a:t>DESCRIPCIÓN</a:t>
                      </a:r>
                      <a:endParaRPr lang="es-ES" dirty="0"/>
                    </a:p>
                  </a:txBody>
                  <a:tcPr>
                    <a:solidFill>
                      <a:srgbClr val="C00000"/>
                    </a:solidFill>
                  </a:tcPr>
                </a:tc>
                <a:tc>
                  <a:txBody>
                    <a:bodyPr/>
                    <a:lstStyle/>
                    <a:p>
                      <a:r>
                        <a:rPr lang="es-ES" dirty="0" smtClean="0"/>
                        <a:t>OBJETIVO</a:t>
                      </a:r>
                      <a:endParaRPr lang="es-ES" dirty="0"/>
                    </a:p>
                  </a:txBody>
                  <a:tcPr>
                    <a:solidFill>
                      <a:srgbClr val="C00000"/>
                    </a:solidFill>
                  </a:tcPr>
                </a:tc>
                <a:tc>
                  <a:txBody>
                    <a:bodyPr/>
                    <a:lstStyle/>
                    <a:p>
                      <a:r>
                        <a:rPr lang="es-ES" dirty="0" smtClean="0"/>
                        <a:t>LOGRO ESPERADO</a:t>
                      </a:r>
                      <a:endParaRPr lang="es-ES" dirty="0"/>
                    </a:p>
                  </a:txBody>
                  <a:tcPr>
                    <a:solidFill>
                      <a:srgbClr val="C00000"/>
                    </a:solidFill>
                  </a:tcPr>
                </a:tc>
              </a:tr>
            </a:tbl>
          </a:graphicData>
        </a:graphic>
      </p:graphicFrame>
      <p:sp>
        <p:nvSpPr>
          <p:cNvPr id="8" name="Llamada rectangular redondeada 7"/>
          <p:cNvSpPr/>
          <p:nvPr/>
        </p:nvSpPr>
        <p:spPr>
          <a:xfrm>
            <a:off x="3707904" y="2139702"/>
            <a:ext cx="4416181" cy="2039332"/>
          </a:xfrm>
          <a:prstGeom prst="wedgeRoundRectCallout">
            <a:avLst>
              <a:gd name="adj1" fmla="val 14082"/>
              <a:gd name="adj2" fmla="val -66146"/>
              <a:gd name="adj3" fmla="val 16667"/>
            </a:avLst>
          </a:prstGeom>
          <a:solidFill>
            <a:srgbClr val="7030A0"/>
          </a:solidFill>
        </p:spPr>
        <p:style>
          <a:lnRef idx="3">
            <a:schemeClr val="lt1"/>
          </a:lnRef>
          <a:fillRef idx="1">
            <a:schemeClr val="accent5"/>
          </a:fillRef>
          <a:effectRef idx="1">
            <a:schemeClr val="accent5"/>
          </a:effectRef>
          <a:fontRef idx="minor">
            <a:schemeClr val="lt1"/>
          </a:fontRef>
        </p:style>
        <p:txBody>
          <a:bodyPr rtlCol="0" anchor="ctr"/>
          <a:lstStyle/>
          <a:p>
            <a:pPr algn="ctr"/>
            <a:r>
              <a:rPr lang="es-ES" sz="1600" dirty="0" smtClean="0"/>
              <a:t>La mejor </a:t>
            </a:r>
            <a:r>
              <a:rPr lang="es-ES" sz="1600" dirty="0" smtClean="0"/>
              <a:t>manera de </a:t>
            </a:r>
            <a:r>
              <a:rPr lang="es-ES" sz="1600" dirty="0" smtClean="0"/>
              <a:t>mostrar las acciones y tareas de forma esquemática es utilizando una matriz de planificación en forma de cuadro sinóptico</a:t>
            </a:r>
            <a:endParaRPr lang="es-ES" sz="1600" dirty="0"/>
          </a:p>
        </p:txBody>
      </p:sp>
    </p:spTree>
    <p:extLst>
      <p:ext uri="{BB962C8B-B14F-4D97-AF65-F5344CB8AC3E}">
        <p14:creationId xmlns:p14="http://schemas.microsoft.com/office/powerpoint/2010/main" val="3347652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title"/>
          </p:nvPr>
        </p:nvSpPr>
        <p:spPr/>
        <p:txBody>
          <a:bodyPr/>
          <a:lstStyle/>
          <a:p>
            <a:r>
              <a:rPr lang="es-ES" dirty="0" smtClean="0"/>
              <a:t>EL SISTEMA DE EVALUACIÓN</a:t>
            </a:r>
            <a:endParaRPr lang="es-ES" dirty="0"/>
          </a:p>
        </p:txBody>
      </p:sp>
      <p:sp>
        <p:nvSpPr>
          <p:cNvPr id="5" name="Marcador de contenido 4"/>
          <p:cNvSpPr>
            <a:spLocks noGrp="1"/>
          </p:cNvSpPr>
          <p:nvPr>
            <p:ph idx="1"/>
          </p:nvPr>
        </p:nvSpPr>
        <p:spPr/>
        <p:txBody>
          <a:bodyPr>
            <a:normAutofit/>
          </a:bodyPr>
          <a:lstStyle/>
          <a:p>
            <a:r>
              <a:rPr lang="es-ES" dirty="0" smtClean="0"/>
              <a:t>Cuando ya tengamos claros los indicadores que vamos a utilizar en cada acción, debemos organizarlos en un SISTEMA DE EVALUACIÓN, explicando su contribución a los objetivos últimos de la evaluación, es decir:</a:t>
            </a:r>
          </a:p>
          <a:p>
            <a:pPr lvl="1"/>
            <a:r>
              <a:rPr lang="es-ES" b="1" dirty="0"/>
              <a:t>Aprendizaje y memoria </a:t>
            </a:r>
            <a:r>
              <a:rPr lang="es-ES" b="1" dirty="0" smtClean="0"/>
              <a:t>colectiva</a:t>
            </a:r>
            <a:r>
              <a:rPr lang="es-ES" dirty="0" smtClean="0"/>
              <a:t>.</a:t>
            </a:r>
            <a:endParaRPr lang="es-ES" dirty="0"/>
          </a:p>
          <a:p>
            <a:pPr lvl="1"/>
            <a:r>
              <a:rPr lang="es-ES" b="1" dirty="0" smtClean="0"/>
              <a:t>Contribución al cambio social</a:t>
            </a:r>
            <a:r>
              <a:rPr lang="es-ES" dirty="0" smtClean="0"/>
              <a:t>.</a:t>
            </a:r>
            <a:endParaRPr lang="es-ES" dirty="0"/>
          </a:p>
          <a:p>
            <a:pPr lvl="1"/>
            <a:r>
              <a:rPr lang="es-ES" b="1" dirty="0" smtClean="0"/>
              <a:t>Empoderamiento</a:t>
            </a:r>
            <a:r>
              <a:rPr lang="es-ES" dirty="0" smtClean="0"/>
              <a:t>.</a:t>
            </a:r>
            <a:endParaRPr lang="es-ES" dirty="0"/>
          </a:p>
          <a:p>
            <a:pPr lvl="1"/>
            <a:r>
              <a:rPr lang="es-ES" b="1" dirty="0"/>
              <a:t>Rendición de </a:t>
            </a:r>
            <a:r>
              <a:rPr lang="es-ES" b="1" dirty="0" smtClean="0"/>
              <a:t>cuentas</a:t>
            </a:r>
            <a:r>
              <a:rPr lang="es-ES" dirty="0" smtClean="0"/>
              <a:t>.</a:t>
            </a:r>
            <a:endParaRPr lang="es-ES" dirty="0"/>
          </a:p>
          <a:p>
            <a:pPr lvl="1"/>
            <a:r>
              <a:rPr lang="es-ES" b="1" dirty="0"/>
              <a:t>Justicia </a:t>
            </a:r>
            <a:r>
              <a:rPr lang="es-ES" b="1" dirty="0" smtClean="0"/>
              <a:t>Social</a:t>
            </a:r>
            <a:r>
              <a:rPr lang="es-ES" dirty="0" smtClean="0"/>
              <a:t>.</a:t>
            </a:r>
          </a:p>
          <a:p>
            <a:r>
              <a:rPr lang="es-ES" dirty="0" smtClean="0"/>
              <a:t>Debemos intentar lograr que el sistema de evaluación propuesto sirva a todos ellos.</a:t>
            </a:r>
            <a:endParaRPr lang="es-ES" dirty="0"/>
          </a:p>
          <a:p>
            <a:endParaRPr lang="es-ES" dirty="0"/>
          </a:p>
        </p:txBody>
      </p:sp>
      <p:sp>
        <p:nvSpPr>
          <p:cNvPr id="2" name="Marcador de pie de página 1"/>
          <p:cNvSpPr>
            <a:spLocks noGrp="1"/>
          </p:cNvSpPr>
          <p:nvPr>
            <p:ph type="ftr" sz="quarter" idx="11"/>
          </p:nvPr>
        </p:nvSpPr>
        <p:spPr/>
        <p:txBody>
          <a:bodyPr/>
          <a:lstStyle/>
          <a:p>
            <a:r>
              <a:rPr lang="es-ES" smtClean="0"/>
              <a:t>El trabajo fin de curso</a:t>
            </a:r>
            <a:endParaRPr lang="es-ES"/>
          </a:p>
        </p:txBody>
      </p:sp>
      <p:sp>
        <p:nvSpPr>
          <p:cNvPr id="3" name="Marcador de número de diapositiva 2"/>
          <p:cNvSpPr>
            <a:spLocks noGrp="1"/>
          </p:cNvSpPr>
          <p:nvPr>
            <p:ph type="sldNum" sz="quarter" idx="12"/>
          </p:nvPr>
        </p:nvSpPr>
        <p:spPr/>
        <p:txBody>
          <a:bodyPr/>
          <a:lstStyle/>
          <a:p>
            <a:fld id="{80EE0109-717C-4AF3-BDA5-863E3015DB6C}" type="slidenum">
              <a:rPr lang="es-ES" smtClean="0"/>
              <a:pPr/>
              <a:t>17</a:t>
            </a:fld>
            <a:endParaRPr lang="es-ES"/>
          </a:p>
        </p:txBody>
      </p:sp>
    </p:spTree>
    <p:extLst>
      <p:ext uri="{BB962C8B-B14F-4D97-AF65-F5344CB8AC3E}">
        <p14:creationId xmlns:p14="http://schemas.microsoft.com/office/powerpoint/2010/main" val="1302047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ES"/>
          </a:p>
        </p:txBody>
      </p:sp>
      <p:sp>
        <p:nvSpPr>
          <p:cNvPr id="4" name="Marcador de pie de página 3"/>
          <p:cNvSpPr>
            <a:spLocks noGrp="1"/>
          </p:cNvSpPr>
          <p:nvPr>
            <p:ph type="ftr" sz="quarter" idx="11"/>
          </p:nvPr>
        </p:nvSpPr>
        <p:spPr/>
        <p:txBody>
          <a:bodyPr/>
          <a:lstStyle/>
          <a:p>
            <a:r>
              <a:rPr lang="es-ES" smtClean="0"/>
              <a:t>El trabajo fin de curso</a:t>
            </a:r>
            <a:endParaRPr lang="es-ES"/>
          </a:p>
        </p:txBody>
      </p:sp>
      <p:sp>
        <p:nvSpPr>
          <p:cNvPr id="5" name="Marcador de número de diapositiva 4"/>
          <p:cNvSpPr>
            <a:spLocks noGrp="1"/>
          </p:cNvSpPr>
          <p:nvPr>
            <p:ph type="sldNum" sz="quarter" idx="12"/>
          </p:nvPr>
        </p:nvSpPr>
        <p:spPr/>
        <p:txBody>
          <a:bodyPr/>
          <a:lstStyle/>
          <a:p>
            <a:fld id="{80EE0109-717C-4AF3-BDA5-863E3015DB6C}" type="slidenum">
              <a:rPr lang="es-ES" smtClean="0"/>
              <a:pPr/>
              <a:t>18</a:t>
            </a:fld>
            <a:endParaRPr lang="es-ES"/>
          </a:p>
        </p:txBody>
      </p:sp>
      <p:pic>
        <p:nvPicPr>
          <p:cNvPr id="6" name="Marcador de contenido 6"/>
          <p:cNvPicPr>
            <a:picLocks noGrp="1" noChangeAspect="1"/>
          </p:cNvPicPr>
          <p:nvPr>
            <p:ph idx="1"/>
          </p:nvPr>
        </p:nvPicPr>
        <p:blipFill rotWithShape="1">
          <a:blip r:embed="rId2"/>
          <a:srcRect t="24084" r="27188" b="3712"/>
          <a:stretch/>
        </p:blipFill>
        <p:spPr>
          <a:xfrm>
            <a:off x="1906" y="267494"/>
            <a:ext cx="5400600" cy="2808312"/>
          </a:xfrm>
          <a:prstGeom prst="rect">
            <a:avLst/>
          </a:prstGeom>
        </p:spPr>
      </p:pic>
      <p:pic>
        <p:nvPicPr>
          <p:cNvPr id="1026" name="Picture 2" descr="Resultado de imagen de diagrama de gantt"/>
          <p:cNvPicPr>
            <a:picLocks noChangeAspect="1" noChangeArrowheads="1"/>
          </p:cNvPicPr>
          <p:nvPr/>
        </p:nvPicPr>
        <p:blipFill rotWithShape="1">
          <a:blip r:embed="rId3">
            <a:extLst>
              <a:ext uri="{28A0092B-C50C-407E-A947-70E740481C1C}">
                <a14:useLocalDpi xmlns:a14="http://schemas.microsoft.com/office/drawing/2010/main" val="0"/>
              </a:ext>
            </a:extLst>
          </a:blip>
          <a:srcRect t="9799"/>
          <a:stretch/>
        </p:blipFill>
        <p:spPr bwMode="auto">
          <a:xfrm>
            <a:off x="3851920" y="2643758"/>
            <a:ext cx="5136505" cy="1988393"/>
          </a:xfrm>
          <a:prstGeom prst="rect">
            <a:avLst/>
          </a:prstGeom>
          <a:noFill/>
          <a:extLst>
            <a:ext uri="{909E8E84-426E-40DD-AFC4-6F175D3DCCD1}">
              <a14:hiddenFill xmlns:a14="http://schemas.microsoft.com/office/drawing/2010/main">
                <a:solidFill>
                  <a:srgbClr val="FFFFFF"/>
                </a:solidFill>
              </a14:hiddenFill>
            </a:ext>
          </a:extLst>
        </p:spPr>
      </p:pic>
      <p:sp>
        <p:nvSpPr>
          <p:cNvPr id="8" name="Llamada rectangular redondeada 7"/>
          <p:cNvSpPr/>
          <p:nvPr/>
        </p:nvSpPr>
        <p:spPr>
          <a:xfrm>
            <a:off x="5508104" y="267494"/>
            <a:ext cx="3649751" cy="2039332"/>
          </a:xfrm>
          <a:prstGeom prst="wedgeRoundRectCallout">
            <a:avLst>
              <a:gd name="adj1" fmla="val -45348"/>
              <a:gd name="adj2" fmla="val 58984"/>
              <a:gd name="adj3" fmla="val 16667"/>
            </a:avLst>
          </a:prstGeom>
          <a:solidFill>
            <a:srgbClr val="7030A0"/>
          </a:solidFill>
        </p:spPr>
        <p:style>
          <a:lnRef idx="3">
            <a:schemeClr val="lt1"/>
          </a:lnRef>
          <a:fillRef idx="1">
            <a:schemeClr val="accent5"/>
          </a:fillRef>
          <a:effectRef idx="1">
            <a:schemeClr val="accent5"/>
          </a:effectRef>
          <a:fontRef idx="minor">
            <a:schemeClr val="lt1"/>
          </a:fontRef>
        </p:style>
        <p:txBody>
          <a:bodyPr rtlCol="0" anchor="ctr"/>
          <a:lstStyle/>
          <a:p>
            <a:pPr algn="ctr"/>
            <a:r>
              <a:rPr lang="es-ES" sz="1400" dirty="0" smtClean="0"/>
              <a:t>Una vez que hemos descrito todas las acciones, con sus tareas, colectivos, indicadores, etc. Podemos proceder a crear el Plan General de Actuación y su cronograma.</a:t>
            </a:r>
          </a:p>
          <a:p>
            <a:pPr algn="ctr"/>
            <a:r>
              <a:rPr lang="es-ES" sz="1400" dirty="0" smtClean="0"/>
              <a:t>Podemos hacerlo por tiempos, por fases, etc.</a:t>
            </a:r>
            <a:endParaRPr lang="es-ES" sz="1400" dirty="0"/>
          </a:p>
        </p:txBody>
      </p:sp>
      <p:sp>
        <p:nvSpPr>
          <p:cNvPr id="10" name="Llamada rectangular redondeada 9"/>
          <p:cNvSpPr/>
          <p:nvPr/>
        </p:nvSpPr>
        <p:spPr>
          <a:xfrm>
            <a:off x="51809" y="2732887"/>
            <a:ext cx="3800111" cy="2039332"/>
          </a:xfrm>
          <a:prstGeom prst="wedgeRoundRectCallout">
            <a:avLst>
              <a:gd name="adj1" fmla="val 53410"/>
              <a:gd name="adj2" fmla="val -36949"/>
              <a:gd name="adj3" fmla="val 16667"/>
            </a:avLst>
          </a:prstGeom>
          <a:solidFill>
            <a:srgbClr val="7030A0"/>
          </a:solidFill>
        </p:spPr>
        <p:style>
          <a:lnRef idx="3">
            <a:schemeClr val="lt1"/>
          </a:lnRef>
          <a:fillRef idx="1">
            <a:schemeClr val="accent5"/>
          </a:fillRef>
          <a:effectRef idx="1">
            <a:schemeClr val="accent5"/>
          </a:effectRef>
          <a:fontRef idx="minor">
            <a:schemeClr val="lt1"/>
          </a:fontRef>
        </p:style>
        <p:txBody>
          <a:bodyPr rtlCol="0" anchor="ctr"/>
          <a:lstStyle/>
          <a:p>
            <a:r>
              <a:rPr lang="es-ES" sz="1050" dirty="0" smtClean="0"/>
              <a:t>En dicho plan general debemos establecer los </a:t>
            </a:r>
            <a:r>
              <a:rPr lang="es-ES" sz="1050" dirty="0"/>
              <a:t>hitos </a:t>
            </a:r>
            <a:r>
              <a:rPr lang="es-ES" sz="1050" dirty="0" smtClean="0"/>
              <a:t>del proyecto, es decir, las </a:t>
            </a:r>
            <a:r>
              <a:rPr lang="es-ES" sz="1050" dirty="0"/>
              <a:t>etapas significativas en que se puede dividir </a:t>
            </a:r>
            <a:r>
              <a:rPr lang="es-ES" sz="1050" dirty="0" smtClean="0"/>
              <a:t>su ejecución. </a:t>
            </a:r>
            <a:endParaRPr lang="es-ES" sz="1050" dirty="0"/>
          </a:p>
          <a:p>
            <a:pPr marL="171450" indent="-171450">
              <a:buFont typeface="Arial" panose="020B0604020202020204" pitchFamily="34" charset="0"/>
              <a:buChar char="•"/>
            </a:pPr>
            <a:r>
              <a:rPr lang="es-ES" sz="1050" dirty="0" smtClean="0"/>
              <a:t>Son los momentos en que debemos hacer una revisión de los indicadores, para comprobar la marcha del proyecto en ese momento, verificando el </a:t>
            </a:r>
            <a:r>
              <a:rPr lang="es-ES" sz="1050" dirty="0"/>
              <a:t>ajuste o desajuste respecto al plan de </a:t>
            </a:r>
            <a:r>
              <a:rPr lang="es-ES" sz="1050" dirty="0" smtClean="0"/>
              <a:t>actuación.</a:t>
            </a:r>
            <a:endParaRPr lang="es-ES" sz="1050" dirty="0"/>
          </a:p>
          <a:p>
            <a:pPr marL="171450" indent="-171450">
              <a:buFont typeface="Arial" panose="020B0604020202020204" pitchFamily="34" charset="0"/>
              <a:buChar char="•"/>
            </a:pPr>
            <a:r>
              <a:rPr lang="es-ES" sz="1050" dirty="0" smtClean="0"/>
              <a:t>En cada hito evaluaremos </a:t>
            </a:r>
            <a:r>
              <a:rPr lang="es-ES" sz="1050" dirty="0"/>
              <a:t>la consecución o el fracaso de las metas o logros </a:t>
            </a:r>
            <a:r>
              <a:rPr lang="es-ES" sz="1050" dirty="0" smtClean="0"/>
              <a:t>previstos, evaluando </a:t>
            </a:r>
            <a:r>
              <a:rPr lang="es-ES_tradnl" sz="1050" dirty="0" smtClean="0"/>
              <a:t>nuestra </a:t>
            </a:r>
            <a:r>
              <a:rPr lang="es-ES_tradnl" sz="1050" dirty="0"/>
              <a:t>situación respecto a </a:t>
            </a:r>
            <a:r>
              <a:rPr lang="es-ES_tradnl" sz="1050" dirty="0" smtClean="0"/>
              <a:t>ellos.</a:t>
            </a:r>
            <a:endParaRPr lang="es-ES_tradnl" sz="1050" dirty="0"/>
          </a:p>
        </p:txBody>
      </p:sp>
    </p:spTree>
    <p:extLst>
      <p:ext uri="{BB962C8B-B14F-4D97-AF65-F5344CB8AC3E}">
        <p14:creationId xmlns:p14="http://schemas.microsoft.com/office/powerpoint/2010/main" val="1395443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ítulo 8"/>
          <p:cNvSpPr>
            <a:spLocks noGrp="1"/>
          </p:cNvSpPr>
          <p:nvPr>
            <p:ph type="title"/>
          </p:nvPr>
        </p:nvSpPr>
        <p:spPr/>
        <p:txBody>
          <a:bodyPr/>
          <a:lstStyle/>
          <a:p>
            <a:r>
              <a:rPr lang="es-ES" dirty="0" smtClean="0"/>
              <a:t>CONCLUSIONES DEL PROYECTO</a:t>
            </a:r>
            <a:endParaRPr lang="es-ES" dirty="0"/>
          </a:p>
        </p:txBody>
      </p:sp>
      <p:sp>
        <p:nvSpPr>
          <p:cNvPr id="3" name="Marcador de contenido 2"/>
          <p:cNvSpPr>
            <a:spLocks noGrp="1"/>
          </p:cNvSpPr>
          <p:nvPr>
            <p:ph idx="1"/>
          </p:nvPr>
        </p:nvSpPr>
        <p:spPr/>
        <p:txBody>
          <a:bodyPr/>
          <a:lstStyle/>
          <a:p>
            <a:r>
              <a:rPr lang="es-ES" dirty="0" smtClean="0"/>
              <a:t>La memoria del proyecto (el trabajo final de la asignatura</a:t>
            </a:r>
            <a:r>
              <a:rPr lang="es-ES" dirty="0" smtClean="0"/>
              <a:t>), a modo de conclusión, </a:t>
            </a:r>
            <a:r>
              <a:rPr lang="es-ES" dirty="0" smtClean="0"/>
              <a:t>se cierra con una previsión sobre LA SITUACIÓN FINAL a la que queremos llegar con nuestra </a:t>
            </a:r>
            <a:r>
              <a:rPr lang="es-ES" dirty="0" smtClean="0"/>
              <a:t>intervención:</a:t>
            </a:r>
            <a:endParaRPr lang="es-ES" dirty="0" smtClean="0"/>
          </a:p>
          <a:p>
            <a:pPr lvl="1"/>
            <a:r>
              <a:rPr lang="es-ES" dirty="0" smtClean="0"/>
              <a:t>Los resultados previstos</a:t>
            </a:r>
          </a:p>
          <a:p>
            <a:pPr lvl="1"/>
            <a:r>
              <a:rPr lang="es-ES" dirty="0" smtClean="0"/>
              <a:t>Los cambios que se espera que se produzcan como consecuencia de nuestra actuación (explicando el valor de cada una de las acciones en dichos cambios)</a:t>
            </a:r>
          </a:p>
          <a:p>
            <a:pPr lvl="1"/>
            <a:r>
              <a:rPr lang="es-ES" dirty="0" smtClean="0"/>
              <a:t>Los beneficios esperados para cada uno de los colectivos involucrados</a:t>
            </a:r>
          </a:p>
          <a:p>
            <a:pPr lvl="1"/>
            <a:r>
              <a:rPr lang="es-ES" dirty="0" smtClean="0"/>
              <a:t>Las lecciones y aprendizajes que obtendremos: la forma en que el sistema de seguimiento y evaluación previsto nos ayudará a identificar los factores de éxito y fracaso del proyecto y sus </a:t>
            </a:r>
            <a:r>
              <a:rPr lang="es-ES" dirty="0" smtClean="0"/>
              <a:t>acciones (como aprendizaje, como </a:t>
            </a:r>
            <a:r>
              <a:rPr lang="es-ES" smtClean="0"/>
              <a:t>memoria histórica, etc.).</a:t>
            </a:r>
            <a:endParaRPr lang="es-ES" dirty="0" smtClean="0"/>
          </a:p>
          <a:p>
            <a:endParaRPr lang="es-ES" dirty="0"/>
          </a:p>
        </p:txBody>
      </p:sp>
      <p:sp>
        <p:nvSpPr>
          <p:cNvPr id="4" name="Marcador de pie de página 3"/>
          <p:cNvSpPr>
            <a:spLocks noGrp="1"/>
          </p:cNvSpPr>
          <p:nvPr>
            <p:ph type="ftr" sz="quarter" idx="11"/>
          </p:nvPr>
        </p:nvSpPr>
        <p:spPr/>
        <p:txBody>
          <a:bodyPr/>
          <a:lstStyle/>
          <a:p>
            <a:r>
              <a:rPr lang="es-ES" smtClean="0"/>
              <a:t>El trabajo fin de curso</a:t>
            </a:r>
            <a:endParaRPr lang="es-ES"/>
          </a:p>
        </p:txBody>
      </p:sp>
      <p:sp>
        <p:nvSpPr>
          <p:cNvPr id="5" name="Marcador de número de diapositiva 4"/>
          <p:cNvSpPr>
            <a:spLocks noGrp="1"/>
          </p:cNvSpPr>
          <p:nvPr>
            <p:ph type="sldNum" sz="quarter" idx="12"/>
          </p:nvPr>
        </p:nvSpPr>
        <p:spPr/>
        <p:txBody>
          <a:bodyPr/>
          <a:lstStyle/>
          <a:p>
            <a:fld id="{80EE0109-717C-4AF3-BDA5-863E3015DB6C}" type="slidenum">
              <a:rPr lang="es-ES" smtClean="0"/>
              <a:pPr/>
              <a:t>19</a:t>
            </a:fld>
            <a:endParaRPr lang="es-ES"/>
          </a:p>
        </p:txBody>
      </p:sp>
    </p:spTree>
    <p:extLst>
      <p:ext uri="{BB962C8B-B14F-4D97-AF65-F5344CB8AC3E}">
        <p14:creationId xmlns:p14="http://schemas.microsoft.com/office/powerpoint/2010/main" val="1227683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OCETO DE CIUDAD 16X9">
  <a:themeElements>
    <a:clrScheme name="CitySketch">
      <a:dk1>
        <a:srgbClr val="3D372E"/>
      </a:dk1>
      <a:lt1>
        <a:sysClr val="window" lastClr="FFFFFF"/>
      </a:lt1>
      <a:dk2>
        <a:srgbClr val="000000"/>
      </a:dk2>
      <a:lt2>
        <a:srgbClr val="E0ECE1"/>
      </a:lt2>
      <a:accent1>
        <a:srgbClr val="B2D0B4"/>
      </a:accent1>
      <a:accent2>
        <a:srgbClr val="88A5BA"/>
      </a:accent2>
      <a:accent3>
        <a:srgbClr val="909F5F"/>
      </a:accent3>
      <a:accent4>
        <a:srgbClr val="C9A057"/>
      </a:accent4>
      <a:accent5>
        <a:srgbClr val="DA7D60"/>
      </a:accent5>
      <a:accent6>
        <a:srgbClr val="978975"/>
      </a:accent6>
      <a:hlink>
        <a:srgbClr val="C9A057"/>
      </a:hlink>
      <a:folHlink>
        <a:srgbClr val="978975"/>
      </a:folHlink>
    </a:clrScheme>
    <a:fontScheme name="Concurrencia">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0525755_TF03031010_TF03031010.potx" id="{6502C5B4-BC1D-4665-B660-4778CE5B702E}" vid="{AC68B619-44AC-48CE-8735-52326BEA3D6C}"/>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S1-INTRODUCCION A LA ASIGNATURA</Template>
  <TotalTime>2913</TotalTime>
  <Words>2029</Words>
  <Application>Microsoft Office PowerPoint</Application>
  <PresentationFormat>Presentación en pantalla (16:9)</PresentationFormat>
  <Paragraphs>224</Paragraphs>
  <Slides>19</Slides>
  <Notes>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19</vt:i4>
      </vt:variant>
    </vt:vector>
  </HeadingPairs>
  <TitlesOfParts>
    <vt:vector size="24" baseType="lpstr">
      <vt:lpstr>Arial</vt:lpstr>
      <vt:lpstr>Calibri</vt:lpstr>
      <vt:lpstr>Gill Sans Ultra Bold</vt:lpstr>
      <vt:lpstr>Lucida Sans Unicode</vt:lpstr>
      <vt:lpstr>BOCETO DE CIUDAD 16X9</vt:lpstr>
      <vt:lpstr>GUIA PARA EL TRABAJO FIN DE CURSO</vt:lpstr>
      <vt:lpstr>OBJETIVOS DE APRENDIZAJE DE LA MATERIA</vt:lpstr>
      <vt:lpstr>TRABAJO FIN DE CURSO</vt:lpstr>
      <vt:lpstr>PROCESO METODOLÓGICO DE LA comunicación para el desarrollo</vt:lpstr>
      <vt:lpstr>PROCESO METODOLÓGICO DE LA comunicación para el desarrollo</vt:lpstr>
      <vt:lpstr>DIAGNÓSTICO DE SITUACIÓN</vt:lpstr>
      <vt:lpstr>DISEÑO DE LA ACTUACIÓN Y PLAN DE ACCIÓN</vt:lpstr>
      <vt:lpstr>ESTRATEGIAS DE INTERVENCIÓN</vt:lpstr>
      <vt:lpstr>DISEÑO Y PLANIFICACIÓN DEL PROYECTO</vt:lpstr>
      <vt:lpstr>ACTIVIDADES DEL PROYECTO</vt:lpstr>
      <vt:lpstr>Ejemplo del proyecto sugerido en clase</vt:lpstr>
      <vt:lpstr>Ejemplo del proyecto sugerido en clase</vt:lpstr>
      <vt:lpstr>Ejemplo del proyecto sugerido en clase</vt:lpstr>
      <vt:lpstr>Ejemplo del proyecto sugerido en clase</vt:lpstr>
      <vt:lpstr>Ejemplo del proyecto sugerido en clase</vt:lpstr>
      <vt:lpstr>Presentación de PowerPoint</vt:lpstr>
      <vt:lpstr>EL SISTEMA DE EVALUACIÓN</vt:lpstr>
      <vt:lpstr>Presentación de PowerPoint</vt:lpstr>
      <vt:lpstr>CONCLUSIONES DEL PROYECTO</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 Y EVALUACIÓN PROYECTOS</dc:title>
  <dc:creator>Coral Hernandez</dc:creator>
  <cp:lastModifiedBy>Coral Hernandez</cp:lastModifiedBy>
  <cp:revision>141</cp:revision>
  <dcterms:created xsi:type="dcterms:W3CDTF">2010-02-02T20:22:58Z</dcterms:created>
  <dcterms:modified xsi:type="dcterms:W3CDTF">2020-03-12T19:44:32Z</dcterms:modified>
  <cp:category>COMUNICACIÓN PARA EL DESARROLLO</cp:category>
</cp:coreProperties>
</file>