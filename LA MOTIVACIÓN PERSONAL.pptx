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2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2F38F4-8956-4768-B76D-54FB185317A5}" type="datetimeFigureOut">
              <a:rPr lang="es-ES" smtClean="0"/>
              <a:t>19/09/2025</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30E69-F935-4220-A8D4-B7AC67416EA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crecimiento-personal.innatia.com/images/galeria/felicidad-1.jp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descr="https://sp.yimg.com/ib/th?id=JN.HrqhHcP%2f0AcPUnjgjnyBbQ&amp;pid=15.1&amp;P=0"/>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6" name="5 Título"/>
          <p:cNvSpPr>
            <a:spLocks noGrp="1"/>
          </p:cNvSpPr>
          <p:nvPr>
            <p:ph type="ctrTitle"/>
          </p:nvPr>
        </p:nvSpPr>
        <p:spPr>
          <a:xfrm>
            <a:off x="539552" y="404664"/>
            <a:ext cx="7772400" cy="1470025"/>
          </a:xfrm>
        </p:spPr>
        <p:txBody>
          <a:bodyPr>
            <a:noAutofit/>
          </a:bodyPr>
          <a:lstStyle/>
          <a:p>
            <a:r>
              <a:rPr lang="es-ES" sz="6600" b="1" dirty="0">
                <a:solidFill>
                  <a:srgbClr val="002060"/>
                </a:solidFill>
                <a:latin typeface="Baskerville Old Face" pitchFamily="18" charset="0"/>
                <a:cs typeface="Arial" pitchFamily="34" charset="0"/>
              </a:rPr>
              <a:t>LA MOTIVACIÓN PERSONAL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476672"/>
            <a:ext cx="8229600" cy="1143000"/>
          </a:xfrm>
        </p:spPr>
        <p:txBody>
          <a:bodyPr>
            <a:normAutofit fontScale="90000"/>
          </a:bodyPr>
          <a:lstStyle/>
          <a:p>
            <a:r>
              <a:rPr lang="es-ES" b="1" dirty="0"/>
              <a:t>El extraordinario poder de vivir en el día de hoy</a:t>
            </a:r>
            <a:br>
              <a:rPr lang="es-ES" dirty="0"/>
            </a:br>
            <a:endParaRPr lang="es-ES" dirty="0"/>
          </a:p>
        </p:txBody>
      </p:sp>
      <p:pic>
        <p:nvPicPr>
          <p:cNvPr id="4" name="3 Marcador de contenido" descr="momento felíz">
            <a:hlinkClick r:id="rId2" tooltip="&quot;momento felíz&quot;"/>
          </p:cNvPr>
          <p:cNvPicPr>
            <a:picLocks noGrp="1"/>
          </p:cNvPicPr>
          <p:nvPr>
            <p:ph idx="1"/>
          </p:nvPr>
        </p:nvPicPr>
        <p:blipFill>
          <a:blip r:embed="rId3" cstate="print"/>
          <a:srcRect/>
          <a:stretch>
            <a:fillRect/>
          </a:stretch>
        </p:blipFill>
        <p:spPr bwMode="auto">
          <a:xfrm>
            <a:off x="2555776" y="2732880"/>
            <a:ext cx="3600400" cy="2784351"/>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k38.kn3.net/taringa/1/7/9/2/4/2/94/clicpsicologos/9FF.jpg?2520"/>
          <p:cNvPicPr>
            <a:picLocks noGrp="1"/>
          </p:cNvPicPr>
          <p:nvPr>
            <p:ph idx="1"/>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SENTIMIENTOS NEGATIVOS QUE TE PROVOCAN SUFRIMIENTO</a:t>
            </a:r>
          </a:p>
        </p:txBody>
      </p:sp>
      <p:pic>
        <p:nvPicPr>
          <p:cNvPr id="4" name="3 Marcador de contenido" descr="http://gimnasiorizo.files.wordpress.com/2012/11/20121127-103452.jpg"/>
          <p:cNvPicPr>
            <a:picLocks noGrp="1"/>
          </p:cNvPicPr>
          <p:nvPr>
            <p:ph idx="1"/>
          </p:nvPr>
        </p:nvPicPr>
        <p:blipFill>
          <a:blip r:embed="rId2" cstate="print"/>
          <a:srcRect/>
          <a:stretch>
            <a:fillRect/>
          </a:stretch>
        </p:blipFill>
        <p:spPr bwMode="auto">
          <a:xfrm>
            <a:off x="2309018" y="1600200"/>
            <a:ext cx="4525963" cy="4525963"/>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332656"/>
            <a:ext cx="8229600" cy="1570186"/>
          </a:xfrm>
        </p:spPr>
        <p:txBody>
          <a:bodyPr>
            <a:normAutofit fontScale="90000"/>
          </a:bodyPr>
          <a:lstStyle/>
          <a:p>
            <a:pPr fontAlgn="base"/>
            <a:r>
              <a:rPr lang="es-ES" b="1" dirty="0"/>
              <a:t>¿Todo tiempo pasado fue mejor?</a:t>
            </a:r>
            <a:br>
              <a:rPr lang="es-ES" b="1" dirty="0"/>
            </a:br>
            <a:br>
              <a:rPr lang="es-ES" dirty="0"/>
            </a:br>
            <a:endParaRPr lang="es-ES" dirty="0"/>
          </a:p>
        </p:txBody>
      </p:sp>
      <p:sp>
        <p:nvSpPr>
          <p:cNvPr id="3" name="2 Marcador de contenido"/>
          <p:cNvSpPr>
            <a:spLocks noGrp="1"/>
          </p:cNvSpPr>
          <p:nvPr>
            <p:ph idx="1"/>
          </p:nvPr>
        </p:nvSpPr>
        <p:spPr/>
        <p:txBody>
          <a:bodyPr>
            <a:normAutofit lnSpcReduction="10000"/>
          </a:bodyPr>
          <a:lstStyle/>
          <a:p>
            <a:r>
              <a:rPr lang="es-ES" dirty="0"/>
              <a:t>¿Cuántas veces has escuchado esa frase que dice “todo tiempo pasado fue mejor”? ¿Puedes estar de acuerdo ante tamaña afirmación? De ninguna manera. ¿Para qué vives si lo haces pensando todo el tiempo que nada mejor te queda por delante? </a:t>
            </a:r>
            <a:r>
              <a:rPr lang="es-ES" b="1" dirty="0"/>
              <a:t>Encarar la vida con una actitud mental positiva, proyectando a futuro y esperando de este lo mejor</a:t>
            </a:r>
            <a:r>
              <a:rPr lang="es-ES" dirty="0"/>
              <a:t>, es el punto de partida para dejar atrás todos los malos presagios.</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109</Words>
  <Application>Microsoft Office PowerPoint</Application>
  <PresentationFormat>Presentación en pantalla (4:3)</PresentationFormat>
  <Paragraphs>5</Paragraphs>
  <Slides>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Baskerville Old Face</vt:lpstr>
      <vt:lpstr>Calibri</vt:lpstr>
      <vt:lpstr>Tema de Office</vt:lpstr>
      <vt:lpstr>LA MOTIVACIÓN PERSONAL </vt:lpstr>
      <vt:lpstr>El extraordinario poder de vivir en el día de hoy </vt:lpstr>
      <vt:lpstr>Presentación de PowerPoint</vt:lpstr>
      <vt:lpstr>SENTIMIENTOS NEGATIVOS QUE TE PROVOCAN SUFRIMIENTO</vt:lpstr>
      <vt:lpstr>¿Todo tiempo pasado fue mejor?  </vt:lpstr>
    </vt:vector>
  </TitlesOfParts>
  <Company>www.intercambiosvirtuales.org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MOTIVACIÓN PERSONAL</dc:title>
  <dc:creator>Alumno</dc:creator>
  <cp:lastModifiedBy>cpsa5p01@AULA.ucm.es</cp:lastModifiedBy>
  <cp:revision>3</cp:revision>
  <dcterms:created xsi:type="dcterms:W3CDTF">2015-05-22T06:53:36Z</dcterms:created>
  <dcterms:modified xsi:type="dcterms:W3CDTF">2025-09-19T17:19:07Z</dcterms:modified>
</cp:coreProperties>
</file>