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4" r:id="rId8"/>
    <p:sldId id="265" r:id="rId9"/>
    <p:sldId id="267" r:id="rId10"/>
    <p:sldId id="266" r:id="rId11"/>
    <p:sldId id="271" r:id="rId12"/>
    <p:sldId id="273" r:id="rId13"/>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173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3 Marcador de fecha"/>
          <p:cNvSpPr>
            <a:spLocks noGrp="1"/>
          </p:cNvSpPr>
          <p:nvPr>
            <p:ph type="dt" sz="half" idx="10"/>
          </p:nvPr>
        </p:nvSpPr>
        <p:spPr/>
        <p:txBody>
          <a:bodyPr/>
          <a:lstStyle/>
          <a:p>
            <a:fld id="{5D2F38F4-8956-4768-B76D-54FB185317A5}" type="datetimeFigureOut">
              <a:rPr lang="es-ES" smtClean="0"/>
              <a:t>19/09/2025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B2130E69-F935-4220-A8D4-B7AC67416EAC}" type="slidenum">
              <a:rPr lang="es-ES" smtClean="0"/>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5D2F38F4-8956-4768-B76D-54FB185317A5}" type="datetimeFigureOut">
              <a:rPr lang="es-ES" smtClean="0"/>
              <a:t>19/09/2025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B2130E69-F935-4220-A8D4-B7AC67416EAC}" type="slidenum">
              <a:rPr lang="es-ES" smtClean="0"/>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5D2F38F4-8956-4768-B76D-54FB185317A5}" type="datetimeFigureOut">
              <a:rPr lang="es-ES" smtClean="0"/>
              <a:t>19/09/2025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B2130E69-F935-4220-A8D4-B7AC67416EAC}" type="slidenum">
              <a:rPr lang="es-ES" smtClean="0"/>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fecha"/>
          <p:cNvSpPr>
            <a:spLocks noGrp="1"/>
          </p:cNvSpPr>
          <p:nvPr>
            <p:ph type="dt" sz="half" idx="10"/>
          </p:nvPr>
        </p:nvSpPr>
        <p:spPr/>
        <p:txBody>
          <a:bodyPr/>
          <a:lstStyle/>
          <a:p>
            <a:fld id="{5D2F38F4-8956-4768-B76D-54FB185317A5}" type="datetimeFigureOut">
              <a:rPr lang="es-ES" smtClean="0"/>
              <a:t>19/09/2025</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B2130E69-F935-4220-A8D4-B7AC67416EAC}" type="slidenum">
              <a:rPr lang="es-ES" smtClean="0"/>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6 Marcador de fecha"/>
          <p:cNvSpPr>
            <a:spLocks noGrp="1"/>
          </p:cNvSpPr>
          <p:nvPr>
            <p:ph type="dt" sz="half" idx="10"/>
          </p:nvPr>
        </p:nvSpPr>
        <p:spPr/>
        <p:txBody>
          <a:bodyPr/>
          <a:lstStyle/>
          <a:p>
            <a:fld id="{5D2F38F4-8956-4768-B76D-54FB185317A5}" type="datetimeFigureOut">
              <a:rPr lang="es-ES" smtClean="0"/>
              <a:t>19/09/2025</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B2130E69-F935-4220-A8D4-B7AC67416EAC}" type="slidenum">
              <a:rPr lang="es-ES" smtClean="0"/>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fecha"/>
          <p:cNvSpPr>
            <a:spLocks noGrp="1"/>
          </p:cNvSpPr>
          <p:nvPr>
            <p:ph type="dt" sz="half" idx="10"/>
          </p:nvPr>
        </p:nvSpPr>
        <p:spPr/>
        <p:txBody>
          <a:bodyPr/>
          <a:lstStyle/>
          <a:p>
            <a:fld id="{5D2F38F4-8956-4768-B76D-54FB185317A5}" type="datetimeFigureOut">
              <a:rPr lang="es-ES" smtClean="0"/>
              <a:t>19/09/2025</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B2130E69-F935-4220-A8D4-B7AC67416EAC}" type="slidenum">
              <a:rPr lang="es-ES" smtClean="0"/>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5D2F38F4-8956-4768-B76D-54FB185317A5}" type="datetimeFigureOut">
              <a:rPr lang="es-ES" smtClean="0"/>
              <a:t>19/09/2025</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B2130E69-F935-4220-A8D4-B7AC67416EAC}" type="slidenum">
              <a:rPr lang="es-ES" smtClean="0"/>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5D2F38F4-8956-4768-B76D-54FB185317A5}" type="datetimeFigureOut">
              <a:rPr lang="es-ES" smtClean="0"/>
              <a:t>19/09/2025</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B2130E69-F935-4220-A8D4-B7AC67416EAC}" type="slidenum">
              <a:rPr lang="es-ES" smtClean="0"/>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5D2F38F4-8956-4768-B76D-54FB185317A5}" type="datetimeFigureOut">
              <a:rPr lang="es-ES" smtClean="0"/>
              <a:t>19/09/2025</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B2130E69-F935-4220-A8D4-B7AC67416EAC}" type="slidenum">
              <a:rPr lang="es-ES" smtClean="0"/>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5D2F38F4-8956-4768-B76D-54FB185317A5}" type="datetimeFigureOut">
              <a:rPr lang="es-ES" smtClean="0"/>
              <a:t>19/09/2025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B2130E69-F935-4220-A8D4-B7AC67416EAC}" type="slidenum">
              <a:rPr lang="es-ES" smtClean="0"/>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5D2F38F4-8956-4768-B76D-54FB185317A5}" type="datetimeFigureOut">
              <a:rPr lang="es-ES" smtClean="0"/>
              <a:t>19/09/2025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B2130E69-F935-4220-A8D4-B7AC67416EAC}" type="slidenum">
              <a:rPr lang="es-ES" smtClean="0"/>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2F38F4-8956-4768-B76D-54FB185317A5}" type="datetimeFigureOut">
              <a:rPr lang="es-ES" smtClean="0"/>
              <a:t>19/09/2025</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130E69-F935-4220-A8D4-B7AC67416EAC}" type="slidenum">
              <a:rPr lang="es-ES" smtClean="0"/>
              <a:t>‹Nº›</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crecimiento-personal.innatia.com/images/galeria/felicidad-1.jp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4 Imagen" descr="https://sp.yimg.com/ib/th?id=JN.HrqhHcP%2f0AcPUnjgjnyBbQ&amp;pid=15.1&amp;P=0"/>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6" name="5 Título"/>
          <p:cNvSpPr>
            <a:spLocks noGrp="1"/>
          </p:cNvSpPr>
          <p:nvPr>
            <p:ph type="ctrTitle"/>
          </p:nvPr>
        </p:nvSpPr>
        <p:spPr>
          <a:xfrm>
            <a:off x="685800" y="404664"/>
            <a:ext cx="7772400" cy="1470025"/>
          </a:xfrm>
        </p:spPr>
        <p:txBody>
          <a:bodyPr>
            <a:noAutofit/>
          </a:bodyPr>
          <a:lstStyle/>
          <a:p>
            <a:r>
              <a:rPr lang="es-ES" sz="6600" b="1" dirty="0">
                <a:solidFill>
                  <a:schemeClr val="tx2">
                    <a:lumMod val="95000"/>
                    <a:lumOff val="5000"/>
                  </a:schemeClr>
                </a:solidFill>
                <a:latin typeface="Agency FB" pitchFamily="34" charset="0"/>
                <a:cs typeface="Arial" pitchFamily="34" charset="0"/>
              </a:rPr>
              <a:t>LA MOTIVACIÓN PERSONAL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836712"/>
            <a:ext cx="8229600" cy="1143000"/>
          </a:xfrm>
        </p:spPr>
        <p:txBody>
          <a:bodyPr>
            <a:noAutofit/>
          </a:bodyPr>
          <a:lstStyle/>
          <a:p>
            <a:r>
              <a:rPr lang="es-ES" b="1" dirty="0">
                <a:latin typeface="Andalus" pitchFamily="18" charset="-78"/>
                <a:cs typeface="Andalus" pitchFamily="18" charset="-78"/>
              </a:rPr>
              <a:t>El extraordinario poder de vivir en el día de hoy</a:t>
            </a:r>
            <a:br>
              <a:rPr lang="es-ES" b="1" dirty="0">
                <a:latin typeface="Andalus" pitchFamily="18" charset="-78"/>
                <a:cs typeface="Andalus" pitchFamily="18" charset="-78"/>
              </a:rPr>
            </a:br>
            <a:endParaRPr lang="es-ES" b="1" dirty="0">
              <a:latin typeface="Andalus" pitchFamily="18" charset="-78"/>
              <a:cs typeface="Andalus" pitchFamily="18" charset="-78"/>
            </a:endParaRPr>
          </a:p>
        </p:txBody>
      </p:sp>
      <p:pic>
        <p:nvPicPr>
          <p:cNvPr id="4" name="3 Marcador de contenido" descr="momento felíz">
            <a:hlinkClick r:id="rId2" tooltip="&quot;momento felíz&quot;"/>
          </p:cNvPr>
          <p:cNvPicPr>
            <a:picLocks noGrp="1"/>
          </p:cNvPicPr>
          <p:nvPr>
            <p:ph idx="1"/>
          </p:nvPr>
        </p:nvPicPr>
        <p:blipFill>
          <a:blip r:embed="rId3" cstate="print"/>
          <a:srcRect/>
          <a:stretch>
            <a:fillRect/>
          </a:stretch>
        </p:blipFill>
        <p:spPr bwMode="auto">
          <a:xfrm>
            <a:off x="2267744" y="2420888"/>
            <a:ext cx="4392488" cy="3648448"/>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Marcador de contenido" descr="http://k38.kn3.net/taringa/1/7/9/2/4/2/94/clicpsicologos/9FF.jpg?2520"/>
          <p:cNvPicPr>
            <a:picLocks noGrp="1"/>
          </p:cNvPicPr>
          <p:nvPr>
            <p:ph idx="1"/>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latin typeface="Andalus" pitchFamily="18" charset="-78"/>
                <a:cs typeface="Andalus" pitchFamily="18" charset="-78"/>
              </a:rPr>
              <a:t>SENTIMIENTOS NEGATIVOS QUE TE PROVOCAN SUFRIMIENTO.</a:t>
            </a:r>
          </a:p>
        </p:txBody>
      </p:sp>
      <p:pic>
        <p:nvPicPr>
          <p:cNvPr id="4" name="3 Marcador de contenido" descr="http://gimnasiorizo.files.wordpress.com/2012/11/20121127-103452.jpg"/>
          <p:cNvPicPr>
            <a:picLocks noGrp="1"/>
          </p:cNvPicPr>
          <p:nvPr>
            <p:ph idx="1"/>
          </p:nvPr>
        </p:nvPicPr>
        <p:blipFill>
          <a:blip r:embed="rId2" cstate="print"/>
          <a:srcRect/>
          <a:stretch>
            <a:fillRect/>
          </a:stretch>
        </p:blipFill>
        <p:spPr bwMode="auto">
          <a:xfrm>
            <a:off x="2309018" y="1600200"/>
            <a:ext cx="4525963" cy="4525963"/>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23528" y="332656"/>
            <a:ext cx="8229600" cy="1570186"/>
          </a:xfrm>
        </p:spPr>
        <p:txBody>
          <a:bodyPr>
            <a:normAutofit fontScale="90000"/>
          </a:bodyPr>
          <a:lstStyle/>
          <a:p>
            <a:pPr fontAlgn="base"/>
            <a:r>
              <a:rPr lang="es-ES" b="1" dirty="0"/>
              <a:t>¿Todo tiempo pasado fue mejor?</a:t>
            </a:r>
            <a:br>
              <a:rPr lang="es-ES" b="1" dirty="0"/>
            </a:br>
            <a:br>
              <a:rPr lang="es-ES" dirty="0"/>
            </a:br>
            <a:endParaRPr lang="es-ES" dirty="0"/>
          </a:p>
        </p:txBody>
      </p:sp>
      <p:sp>
        <p:nvSpPr>
          <p:cNvPr id="3" name="2 Marcador de contenido"/>
          <p:cNvSpPr>
            <a:spLocks noGrp="1"/>
          </p:cNvSpPr>
          <p:nvPr>
            <p:ph idx="1"/>
          </p:nvPr>
        </p:nvSpPr>
        <p:spPr>
          <a:xfrm>
            <a:off x="539552" y="1268760"/>
            <a:ext cx="8229600" cy="4525963"/>
          </a:xfrm>
        </p:spPr>
        <p:txBody>
          <a:bodyPr>
            <a:normAutofit lnSpcReduction="10000"/>
          </a:bodyPr>
          <a:lstStyle/>
          <a:p>
            <a:pPr marL="0" indent="0">
              <a:buNone/>
            </a:pPr>
            <a:r>
              <a:rPr lang="es-ES" dirty="0"/>
              <a:t>¿Cuántas veces has escuchado esa frase que dice “todo tiempo pasado fue mejor”? ¿Puedes estar de acuerdo ante tamaña afirmación? De ninguna manera. ¿Para qué vives si lo haces pensando todo el tiempo que nada mejor te queda por delante? </a:t>
            </a:r>
            <a:r>
              <a:rPr lang="es-ES" b="1" dirty="0"/>
              <a:t>Encarar la vida con una actitud mental positiva, proyectando a futuro y esperando de este lo mejor</a:t>
            </a:r>
            <a:r>
              <a:rPr lang="es-ES" dirty="0"/>
              <a:t>, es el punto de partida para dejar atrás todos los malos presagios.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http://4.bp.blogspot.com/-lQ52TRcbJ3s/UYLJAsp95NI/AAAAAAAAAk0/7KksMemp_UY/s1600/motivacion-4.jpg"/>
          <p:cNvPicPr/>
          <p:nvPr/>
        </p:nvPicPr>
        <p:blipFill>
          <a:blip r:embed="rId2" cstate="print"/>
          <a:srcRect/>
          <a:stretch>
            <a:fillRect/>
          </a:stretch>
        </p:blipFill>
        <p:spPr bwMode="auto">
          <a:xfrm>
            <a:off x="0" y="0"/>
            <a:ext cx="9144000" cy="6857999"/>
          </a:xfrm>
          <a:prstGeom prst="rect">
            <a:avLst/>
          </a:prstGeom>
          <a:noFill/>
          <a:ln w="9525">
            <a:noFill/>
            <a:miter lim="800000"/>
            <a:headEnd/>
            <a:tailEnd/>
          </a:ln>
        </p:spPr>
      </p:pic>
    </p:spTree>
    <p:extLst>
      <p:ext uri="{BB962C8B-B14F-4D97-AF65-F5344CB8AC3E}">
        <p14:creationId xmlns:p14="http://schemas.microsoft.com/office/powerpoint/2010/main" val="336497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11560" y="188640"/>
            <a:ext cx="7772400" cy="1470025"/>
          </a:xfrm>
        </p:spPr>
        <p:txBody>
          <a:bodyPr>
            <a:noAutofit/>
          </a:bodyPr>
          <a:lstStyle/>
          <a:p>
            <a:r>
              <a:rPr lang="es-ES" sz="3200" dirty="0">
                <a:solidFill>
                  <a:schemeClr val="bg2">
                    <a:lumMod val="10000"/>
                  </a:schemeClr>
                </a:solidFill>
                <a:latin typeface="Andalus" pitchFamily="18" charset="-78"/>
                <a:cs typeface="Andalus" pitchFamily="18" charset="-78"/>
              </a:rPr>
              <a:t>Sencillos consejos para tener una actitud más positiva y optimista.</a:t>
            </a:r>
            <a:br>
              <a:rPr lang="es-ES" sz="2800" b="1" dirty="0">
                <a:solidFill>
                  <a:schemeClr val="bg2">
                    <a:lumMod val="10000"/>
                  </a:schemeClr>
                </a:solidFill>
                <a:latin typeface="Andalus" pitchFamily="18" charset="-78"/>
                <a:cs typeface="Andalus" pitchFamily="18" charset="-78"/>
              </a:rPr>
            </a:br>
            <a:endParaRPr lang="es-ES" sz="2800" dirty="0">
              <a:solidFill>
                <a:schemeClr val="bg2">
                  <a:lumMod val="10000"/>
                </a:schemeClr>
              </a:solidFill>
              <a:latin typeface="Andalus" pitchFamily="18" charset="-78"/>
              <a:cs typeface="Andalus" pitchFamily="18" charset="-78"/>
            </a:endParaRPr>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2001200"/>
            <a:ext cx="3819491" cy="3168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7972" y="2020072"/>
            <a:ext cx="3892668" cy="3199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3771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39552" y="2708920"/>
            <a:ext cx="4104456" cy="1143000"/>
          </a:xfrm>
        </p:spPr>
        <p:txBody>
          <a:bodyPr>
            <a:noAutofit/>
          </a:bodyPr>
          <a:lstStyle/>
          <a:p>
            <a:r>
              <a:rPr lang="es-ES" sz="3600" b="1" i="1" dirty="0">
                <a:latin typeface="Agency FB" pitchFamily="34" charset="0"/>
              </a:rPr>
              <a:t>“No puedes controlar todo lo que te pasa, pero puedes controlar tus actitudes hacia lo que te pasa y en ese sentido serás el maestro del cambio en lugar de permitir que el cambio sea tu maestro”</a:t>
            </a:r>
            <a:br>
              <a:rPr lang="es-ES" sz="3600" b="1" i="1" dirty="0">
                <a:latin typeface="Agency FB" pitchFamily="34" charset="0"/>
              </a:rPr>
            </a:br>
            <a:r>
              <a:rPr lang="es-ES" sz="3600" b="1" dirty="0">
                <a:latin typeface="Agency FB" pitchFamily="34" charset="0"/>
              </a:rPr>
              <a:t>Brian Tracy</a:t>
            </a:r>
            <a:br>
              <a:rPr lang="es-ES" sz="3600" b="1" dirty="0">
                <a:latin typeface="Agency FB" pitchFamily="34" charset="0"/>
              </a:rPr>
            </a:br>
            <a:endParaRPr lang="es-ES" sz="3600" b="1" dirty="0">
              <a:latin typeface="Agency FB" pitchFamily="34" charset="0"/>
            </a:endParaRPr>
          </a:p>
        </p:txBody>
      </p:sp>
      <p:pic>
        <p:nvPicPr>
          <p:cNvPr id="2050" name="Picture 2" descr="taller puente geni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4409" y="1700808"/>
            <a:ext cx="3960439" cy="2970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9011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www.soyendika.com/wp-content/uploads/2014/08/frases-para-faceboo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8259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0" y="2204864"/>
            <a:ext cx="4030216" cy="1470025"/>
          </a:xfrm>
        </p:spPr>
        <p:txBody>
          <a:bodyPr>
            <a:noAutofit/>
          </a:bodyPr>
          <a:lstStyle/>
          <a:p>
            <a:r>
              <a:rPr lang="es-ES" sz="2800" b="1" i="1" dirty="0">
                <a:latin typeface="Agency FB" pitchFamily="34" charset="0"/>
                <a:cs typeface="Andalus" pitchFamily="18" charset="-78"/>
              </a:rPr>
              <a:t>“Hay una pequeña diferencia entre la gente, pero esa pequeña diferencia hace una gran diferencia. La pequeña diferencia es actitud. La gran diferencia es si es positiva o negativa.”</a:t>
            </a:r>
            <a:br>
              <a:rPr lang="es-ES" sz="2800" b="1" i="1" dirty="0">
                <a:latin typeface="Agency FB" pitchFamily="34" charset="0"/>
                <a:cs typeface="Andalus" pitchFamily="18" charset="-78"/>
              </a:rPr>
            </a:br>
            <a:r>
              <a:rPr lang="es-ES" sz="2800" b="1" dirty="0">
                <a:latin typeface="Agency FB" pitchFamily="34" charset="0"/>
                <a:cs typeface="Andalus" pitchFamily="18" charset="-78"/>
              </a:rPr>
              <a:t>William </a:t>
            </a:r>
            <a:r>
              <a:rPr lang="es-ES" sz="2800" b="1" dirty="0" err="1">
                <a:latin typeface="Agency FB" pitchFamily="34" charset="0"/>
                <a:cs typeface="Andalus" pitchFamily="18" charset="-78"/>
              </a:rPr>
              <a:t>Clement</a:t>
            </a:r>
            <a:r>
              <a:rPr lang="es-ES" sz="2800" b="1" dirty="0">
                <a:latin typeface="Agency FB" pitchFamily="34" charset="0"/>
                <a:cs typeface="Andalus" pitchFamily="18" charset="-78"/>
              </a:rPr>
              <a:t> Stone</a:t>
            </a:r>
            <a:br>
              <a:rPr lang="es-ES" sz="2800" b="1" dirty="0">
                <a:latin typeface="Agency FB" pitchFamily="34" charset="0"/>
                <a:cs typeface="Andalus" pitchFamily="18" charset="-78"/>
              </a:rPr>
            </a:br>
            <a:endParaRPr lang="es-ES" sz="2800" b="1" dirty="0">
              <a:latin typeface="Agency FB" pitchFamily="34" charset="0"/>
              <a:cs typeface="Andalus" pitchFamily="18" charset="-78"/>
            </a:endParaRPr>
          </a:p>
        </p:txBody>
      </p:sp>
      <p:pic>
        <p:nvPicPr>
          <p:cNvPr id="3074" name="Picture 2" descr="http://www.bikeandbreakfast.es/wp-content/uploads/motivacion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4008" y="4437112"/>
            <a:ext cx="4032444" cy="201622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erpsicologos.cl/wp-content/uploads/2014/02/frases-de-motivacion-personal.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40722" y="1052736"/>
            <a:ext cx="3990470" cy="2664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87911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760040" y="332656"/>
            <a:ext cx="7772400" cy="1470025"/>
          </a:xfrm>
        </p:spPr>
        <p:txBody>
          <a:bodyPr/>
          <a:lstStyle/>
          <a:p>
            <a:r>
              <a:rPr lang="es-ES" b="1" dirty="0">
                <a:solidFill>
                  <a:schemeClr val="bg2">
                    <a:lumMod val="10000"/>
                  </a:schemeClr>
                </a:solidFill>
                <a:latin typeface="Andalus" pitchFamily="18" charset="-78"/>
                <a:cs typeface="Andalus" pitchFamily="18" charset="-78"/>
              </a:rPr>
              <a:t>Caer está permitido. </a:t>
            </a:r>
            <a:br>
              <a:rPr lang="es-ES" b="1" dirty="0">
                <a:solidFill>
                  <a:schemeClr val="bg2">
                    <a:lumMod val="10000"/>
                  </a:schemeClr>
                </a:solidFill>
                <a:latin typeface="Andalus" pitchFamily="18" charset="-78"/>
                <a:cs typeface="Andalus" pitchFamily="18" charset="-78"/>
              </a:rPr>
            </a:br>
            <a:r>
              <a:rPr lang="es-ES" b="1" dirty="0">
                <a:solidFill>
                  <a:schemeClr val="bg2">
                    <a:lumMod val="10000"/>
                  </a:schemeClr>
                </a:solidFill>
                <a:latin typeface="Andalus" pitchFamily="18" charset="-78"/>
                <a:cs typeface="Andalus" pitchFamily="18" charset="-78"/>
              </a:rPr>
              <a:t>Levantarse es obligatorio.</a:t>
            </a:r>
          </a:p>
        </p:txBody>
      </p:sp>
      <p:pic>
        <p:nvPicPr>
          <p:cNvPr id="7170" name="Picture 2" descr="http://www.sigueme.net/fotos/hombre-motivado-escalando-llegando-a-la-cumbr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2132856"/>
            <a:ext cx="3384376" cy="1915412"/>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frasessabias.co/wp-content/uploads/2014/04/frases-de-motivaci%C3%B3n-para-superarse-en-la-vida.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064" y="2410530"/>
            <a:ext cx="3384376" cy="2854158"/>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Resultado de imagen de no motivacion personal imagen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4292580"/>
            <a:ext cx="3384376" cy="1944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4125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ttp://www.pinfrases.com/wp-content/uploads/2014/01/imagenes-con-frases-1390994709ngk8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0664830"/>
      </p:ext>
    </p:extLst>
  </p:cSld>
  <p:clrMapOvr>
    <a:masterClrMapping/>
  </p:clrMapOvr>
</p:sld>
</file>

<file path=ppt/theme/theme1.xml><?xml version="1.0" encoding="utf-8"?>
<a:theme xmlns:a="http://schemas.openxmlformats.org/drawingml/2006/main" name="Tema de Office">
  <a:themeElements>
    <a:clrScheme name="Escala de grise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TotalTime>
  <Words>214</Words>
  <Application>Microsoft Office PowerPoint</Application>
  <PresentationFormat>Presentación en pantalla (4:3)</PresentationFormat>
  <Paragraphs>9</Paragraphs>
  <Slides>12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Agency FB</vt:lpstr>
      <vt:lpstr>Andalus</vt:lpstr>
      <vt:lpstr>Arial</vt:lpstr>
      <vt:lpstr>Calibri</vt:lpstr>
      <vt:lpstr>Tema de Office</vt:lpstr>
      <vt:lpstr>LA MOTIVACIÓN PERSONAL </vt:lpstr>
      <vt:lpstr>El extraordinario poder de vivir en el día de hoy </vt:lpstr>
      <vt:lpstr>Presentación de PowerPoint</vt:lpstr>
      <vt:lpstr>SENTIMIENTOS NEGATIVOS QUE TE PROVOCAN SUFRIMIENTO.</vt:lpstr>
      <vt:lpstr>¿Todo tiempo pasado fue mejor?  </vt:lpstr>
      <vt:lpstr>Presentación de PowerPoint</vt:lpstr>
      <vt:lpstr>Sencillos consejos para tener una actitud más positiva y optimista. </vt:lpstr>
      <vt:lpstr>“No puedes controlar todo lo que te pasa, pero puedes controlar tus actitudes hacia lo que te pasa y en ese sentido serás el maestro del cambio en lugar de permitir que el cambio sea tu maestro” Brian Tracy </vt:lpstr>
      <vt:lpstr>Presentación de PowerPoint</vt:lpstr>
      <vt:lpstr>“Hay una pequeña diferencia entre la gente, pero esa pequeña diferencia hace una gran diferencia. La pequeña diferencia es actitud. La gran diferencia es si es positiva o negativa.” William Clement Stone </vt:lpstr>
      <vt:lpstr>Caer está permitido.  Levantarse es obligatorio.</vt:lpstr>
      <vt:lpstr>Presentación de PowerPoint</vt:lpstr>
    </vt:vector>
  </TitlesOfParts>
  <Company>www.intercambiosvirtuales.org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MOTIVACIÓN PERSONAL</dc:title>
  <dc:creator>Alumno</dc:creator>
  <cp:lastModifiedBy>cpsa5p01@AULA.ucm.es</cp:lastModifiedBy>
  <cp:revision>8</cp:revision>
  <dcterms:created xsi:type="dcterms:W3CDTF">2015-05-22T06:53:36Z</dcterms:created>
  <dcterms:modified xsi:type="dcterms:W3CDTF">2025-09-19T17:34:52Z</dcterms:modified>
</cp:coreProperties>
</file>